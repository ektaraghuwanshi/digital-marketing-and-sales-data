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9" r:id="rId14"/>
    <p:sldId id="270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MTD Sales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MTD Sales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India</c:v>
                </c:pt>
                <c:pt idx="1">
                  <c:v>USA</c:v>
                </c:pt>
                <c:pt idx="2">
                  <c:v>France</c:v>
                </c:pt>
                <c:pt idx="3">
                  <c:v>UK</c:v>
                </c:pt>
                <c:pt idx="4">
                  <c:v>Singapore</c:v>
                </c:pt>
                <c:pt idx="5">
                  <c:v>Canada</c:v>
                </c:pt>
                <c:pt idx="6">
                  <c:v>Brazil</c:v>
                </c:pt>
                <c:pt idx="7">
                  <c:v>UAE</c:v>
                </c:pt>
                <c:pt idx="8">
                  <c:v>Australia</c:v>
                </c:pt>
                <c:pt idx="9">
                  <c:v>Germany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600</c:v>
                </c:pt>
                <c:pt idx="1">
                  <c:v>490</c:v>
                </c:pt>
                <c:pt idx="2">
                  <c:v>466</c:v>
                </c:pt>
                <c:pt idx="3">
                  <c:v>339</c:v>
                </c:pt>
                <c:pt idx="4">
                  <c:v>315</c:v>
                </c:pt>
                <c:pt idx="5">
                  <c:v>229</c:v>
                </c:pt>
                <c:pt idx="6">
                  <c:v>210</c:v>
                </c:pt>
                <c:pt idx="7">
                  <c:v>206</c:v>
                </c:pt>
                <c:pt idx="8">
                  <c:v>37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D9-4B0A-B437-2EBDFF3012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YTD Sales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YTD Sales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France</c:v>
                </c:pt>
                <c:pt idx="1">
                  <c:v>India</c:v>
                </c:pt>
                <c:pt idx="2">
                  <c:v>Singapore</c:v>
                </c:pt>
                <c:pt idx="3">
                  <c:v>UAE</c:v>
                </c:pt>
                <c:pt idx="4">
                  <c:v>Australia</c:v>
                </c:pt>
                <c:pt idx="5">
                  <c:v>USA</c:v>
                </c:pt>
                <c:pt idx="6">
                  <c:v>UK</c:v>
                </c:pt>
                <c:pt idx="7">
                  <c:v>Canada</c:v>
                </c:pt>
                <c:pt idx="8">
                  <c:v>Brazil</c:v>
                </c:pt>
                <c:pt idx="9">
                  <c:v>Germany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4800</c:v>
                </c:pt>
                <c:pt idx="1">
                  <c:v>4600</c:v>
                </c:pt>
                <c:pt idx="2">
                  <c:v>4400</c:v>
                </c:pt>
                <c:pt idx="3">
                  <c:v>3900</c:v>
                </c:pt>
                <c:pt idx="4">
                  <c:v>3400</c:v>
                </c:pt>
                <c:pt idx="5">
                  <c:v>3100</c:v>
                </c:pt>
                <c:pt idx="6">
                  <c:v>2700</c:v>
                </c:pt>
                <c:pt idx="7">
                  <c:v>2100</c:v>
                </c:pt>
                <c:pt idx="8">
                  <c:v>1900</c:v>
                </c:pt>
                <c:pt idx="9">
                  <c:v>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1-419A-8B77-5C24ABE8A1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Gross Sales by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80-4CA2-8875-4734B2CBE0AE}"/>
              </c:ext>
            </c:extLst>
          </c:dPt>
          <c:dPt>
            <c:idx val="1"/>
            <c:invertIfNegative val="0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80-4CA2-8875-4734B2CBE0AE}"/>
              </c:ext>
            </c:extLst>
          </c:dPt>
          <c:dPt>
            <c:idx val="2"/>
            <c:invertIfNegative val="0"/>
            <c:bubble3D val="0"/>
            <c:spPr>
              <a:solidFill>
                <a:srgbClr val="00E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80-4CA2-8875-4734B2CBE0AE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80-4CA2-8875-4734B2CBE0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Qtr 1</c:v>
                </c:pt>
                <c:pt idx="1">
                  <c:v>Qtr 2</c:v>
                </c:pt>
                <c:pt idx="2">
                  <c:v>Qtr 3</c:v>
                </c:pt>
                <c:pt idx="3">
                  <c:v>Qtr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11400</c:v>
                </c:pt>
                <c:pt idx="1">
                  <c:v>9000</c:v>
                </c:pt>
                <c:pt idx="2">
                  <c:v>8800</c:v>
                </c:pt>
                <c:pt idx="3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180-4CA2-8875-4734B2CBE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Revenue by Payment Method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5B-4B8B-A3B2-47EE1F25EC14}"/>
              </c:ext>
            </c:extLst>
          </c:dPt>
          <c:dPt>
            <c:idx val="1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5B-4B8B-A3B2-47EE1F25EC14}"/>
              </c:ext>
            </c:extLst>
          </c:dPt>
          <c:dPt>
            <c:idx val="2"/>
            <c:bubble3D val="0"/>
            <c:spPr>
              <a:solidFill>
                <a:srgbClr val="00E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5B-4B8B-A3B2-47EE1F25EC14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B5B-4B8B-A3B2-47EE1F25EC14}"/>
              </c:ext>
            </c:extLst>
          </c:dPt>
          <c:dPt>
            <c:idx val="4"/>
            <c:bubble3D val="0"/>
            <c:spPr>
              <a:solidFill>
                <a:srgbClr val="FFD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B5B-4B8B-A3B2-47EE1F25EC14}"/>
              </c:ext>
            </c:extLst>
          </c:dPt>
          <c:dPt>
            <c:idx val="5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B5B-4B8B-A3B2-47EE1F25EC14}"/>
              </c:ext>
            </c:extLst>
          </c:dPt>
          <c:dPt>
            <c:idx val="6"/>
            <c:bubble3D val="0"/>
            <c:spPr>
              <a:solidFill>
                <a:srgbClr val="EC4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B5B-4B8B-A3B2-47EE1F25EC1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5B-4B8B-A3B2-47EE1F25EC1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B5B-4B8B-A3B2-47EE1F25EC1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5B-4B8B-A3B2-47EE1F25EC1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B5B-4B8B-A3B2-47EE1F25EC1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B5B-4B8B-A3B2-47EE1F25EC1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B5B-4B8B-A3B2-47EE1F25EC1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B5B-4B8B-A3B2-47EE1F25EC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Net Banking</c:v>
                </c:pt>
                <c:pt idx="1">
                  <c:v>Apple Pay</c:v>
                </c:pt>
                <c:pt idx="2">
                  <c:v>Google Pay</c:v>
                </c:pt>
                <c:pt idx="3">
                  <c:v>Debit Card</c:v>
                </c:pt>
                <c:pt idx="4">
                  <c:v>Credit Card</c:v>
                </c:pt>
                <c:pt idx="5">
                  <c:v>UPI</c:v>
                </c:pt>
                <c:pt idx="6">
                  <c:v>PayPal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16.88</c:v>
                </c:pt>
                <c:pt idx="1">
                  <c:v>16.5</c:v>
                </c:pt>
                <c:pt idx="2">
                  <c:v>15.74</c:v>
                </c:pt>
                <c:pt idx="3">
                  <c:v>15.04</c:v>
                </c:pt>
                <c:pt idx="4">
                  <c:v>12.57</c:v>
                </c:pt>
                <c:pt idx="5">
                  <c:v>12.11</c:v>
                </c:pt>
                <c:pt idx="6">
                  <c:v>11.17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B5B-4B8B-A3B2-47EE1F25E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D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Total Sales by Product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7-4EA3-9CC9-72ADAF9897B3}"/>
              </c:ext>
            </c:extLst>
          </c:dPt>
          <c:dPt>
            <c:idx val="1"/>
            <c:invertIfNegative val="0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A7-4EA3-9CC9-72ADAF9897B3}"/>
              </c:ext>
            </c:extLst>
          </c:dPt>
          <c:dPt>
            <c:idx val="2"/>
            <c:invertIfNegative val="0"/>
            <c:bubble3D val="0"/>
            <c:spPr>
              <a:solidFill>
                <a:srgbClr val="00E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A7-4EA3-9CC9-72ADAF9897B3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7A7-4EA3-9CC9-72ADAF9897B3}"/>
              </c:ext>
            </c:extLst>
          </c:dPt>
          <c:dPt>
            <c:idx val="4"/>
            <c:invertIfNegative val="0"/>
            <c:bubble3D val="0"/>
            <c:spPr>
              <a:solidFill>
                <a:srgbClr val="FFD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7A7-4EA3-9CC9-72ADAF9897B3}"/>
              </c:ext>
            </c:extLst>
          </c:dPt>
          <c:dPt>
            <c:idx val="5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7A7-4EA3-9CC9-72ADAF9897B3}"/>
              </c:ext>
            </c:extLst>
          </c:dPt>
          <c:dPt>
            <c:idx val="6"/>
            <c:invertIfNegative val="0"/>
            <c:bubble3D val="0"/>
            <c:spPr>
              <a:solidFill>
                <a:srgbClr val="EC4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7A7-4EA3-9CC9-72ADAF9897B3}"/>
              </c:ext>
            </c:extLst>
          </c:dPt>
          <c:dPt>
            <c:idx val="7"/>
            <c:invertIfNegative val="0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7A7-4EA3-9CC9-72ADAF9897B3}"/>
              </c:ext>
            </c:extLst>
          </c:dPt>
          <c:dPt>
            <c:idx val="8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7A7-4EA3-9CC9-72ADAF9897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Electronics</c:v>
                </c:pt>
                <c:pt idx="1">
                  <c:v>Accessories</c:v>
                </c:pt>
                <c:pt idx="2">
                  <c:v>Footwear</c:v>
                </c:pt>
                <c:pt idx="3">
                  <c:v>Fitness</c:v>
                </c:pt>
                <c:pt idx="4">
                  <c:v>Bags</c:v>
                </c:pt>
                <c:pt idx="5">
                  <c:v>Home &amp; Office</c:v>
                </c:pt>
                <c:pt idx="6">
                  <c:v>Health &amp; Nutrition</c:v>
                </c:pt>
                <c:pt idx="7">
                  <c:v>Beauty &amp; Skincare</c:v>
                </c:pt>
                <c:pt idx="8">
                  <c:v>Travel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20670</c:v>
                </c:pt>
                <c:pt idx="1">
                  <c:v>4900</c:v>
                </c:pt>
                <c:pt idx="2">
                  <c:v>3150</c:v>
                </c:pt>
                <c:pt idx="3">
                  <c:v>2260</c:v>
                </c:pt>
                <c:pt idx="4">
                  <c:v>2140</c:v>
                </c:pt>
                <c:pt idx="5">
                  <c:v>2060</c:v>
                </c:pt>
                <c:pt idx="6">
                  <c:v>1710</c:v>
                </c:pt>
                <c:pt idx="7">
                  <c:v>1500</c:v>
                </c:pt>
                <c:pt idx="8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A7-4EA3-9CC9-72ADAF989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Revenue by Campaign Source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E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C5-449F-82B5-4D590E3B94A9}"/>
              </c:ext>
            </c:extLst>
          </c:dPt>
          <c:dPt>
            <c:idx val="1"/>
            <c:invertIfNegative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C5-449F-82B5-4D590E3B94A9}"/>
              </c:ext>
            </c:extLst>
          </c:dPt>
          <c:dPt>
            <c:idx val="2"/>
            <c:invertIfNegative val="0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C5-449F-82B5-4D590E3B94A9}"/>
              </c:ext>
            </c:extLst>
          </c:dPt>
          <c:dPt>
            <c:idx val="3"/>
            <c:invertIfNegative val="0"/>
            <c:bubble3D val="0"/>
            <c:spPr>
              <a:solidFill>
                <a:srgbClr val="FFD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C5-449F-82B5-4D590E3B94A9}"/>
              </c:ext>
            </c:extLst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7C5-449F-82B5-4D590E3B94A9}"/>
              </c:ext>
            </c:extLst>
          </c:dPt>
          <c:dPt>
            <c:idx val="5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7C5-449F-82B5-4D590E3B94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Instagram Ads</c:v>
                </c:pt>
                <c:pt idx="1">
                  <c:v>Facebook Ads</c:v>
                </c:pt>
                <c:pt idx="2">
                  <c:v>Google Ads</c:v>
                </c:pt>
                <c:pt idx="3">
                  <c:v>Email Campaign</c:v>
                </c:pt>
                <c:pt idx="4">
                  <c:v>YouTube Ads</c:v>
                </c:pt>
                <c:pt idx="5">
                  <c:v>SEO Organic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16400000</c:v>
                </c:pt>
                <c:pt idx="1">
                  <c:v>10900000</c:v>
                </c:pt>
                <c:pt idx="2">
                  <c:v>8800000</c:v>
                </c:pt>
                <c:pt idx="3">
                  <c:v>8500000</c:v>
                </c:pt>
                <c:pt idx="4">
                  <c:v>6800000</c:v>
                </c:pt>
                <c:pt idx="5">
                  <c:v>5500000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C5-449F-82B5-4D590E3B94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Conversion Rate by Country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Brazil</c:v>
                </c:pt>
                <c:pt idx="1">
                  <c:v>Australia</c:v>
                </c:pt>
                <c:pt idx="2">
                  <c:v>UK</c:v>
                </c:pt>
                <c:pt idx="3">
                  <c:v>Canada</c:v>
                </c:pt>
                <c:pt idx="4">
                  <c:v>Singapore</c:v>
                </c:pt>
                <c:pt idx="5">
                  <c:v>India</c:v>
                </c:pt>
                <c:pt idx="6">
                  <c:v>USA</c:v>
                </c:pt>
                <c:pt idx="7">
                  <c:v>UAE</c:v>
                </c:pt>
                <c:pt idx="8">
                  <c:v>Germany</c:v>
                </c:pt>
                <c:pt idx="9">
                  <c:v>France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665</c:v>
                </c:pt>
                <c:pt idx="1">
                  <c:v>512</c:v>
                </c:pt>
                <c:pt idx="2">
                  <c:v>502</c:v>
                </c:pt>
                <c:pt idx="3">
                  <c:v>484</c:v>
                </c:pt>
                <c:pt idx="4">
                  <c:v>460</c:v>
                </c:pt>
                <c:pt idx="5">
                  <c:v>344</c:v>
                </c:pt>
                <c:pt idx="6">
                  <c:v>337</c:v>
                </c:pt>
                <c:pt idx="7">
                  <c:v>292</c:v>
                </c:pt>
                <c:pt idx="8">
                  <c:v>272</c:v>
                </c:pt>
                <c:pt idx="9">
                  <c:v>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6D-473B-9758-E7CD10FD7B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Purchase Frequency by Product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Freq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17-4452-AA68-10E58F250EAF}"/>
              </c:ext>
            </c:extLst>
          </c:dPt>
          <c:dPt>
            <c:idx val="1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17-4452-AA68-10E58F250EAF}"/>
              </c:ext>
            </c:extLst>
          </c:dPt>
          <c:dPt>
            <c:idx val="2"/>
            <c:bubble3D val="0"/>
            <c:spPr>
              <a:solidFill>
                <a:srgbClr val="00E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17-4452-AA68-10E58F250EAF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217-4452-AA68-10E58F250EAF}"/>
              </c:ext>
            </c:extLst>
          </c:dPt>
          <c:dPt>
            <c:idx val="4"/>
            <c:bubble3D val="0"/>
            <c:spPr>
              <a:solidFill>
                <a:srgbClr val="FFD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217-4452-AA68-10E58F250EAF}"/>
              </c:ext>
            </c:extLst>
          </c:dPt>
          <c:dPt>
            <c:idx val="5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217-4452-AA68-10E58F250EAF}"/>
              </c:ext>
            </c:extLst>
          </c:dPt>
          <c:dPt>
            <c:idx val="6"/>
            <c:bubble3D val="0"/>
            <c:spPr>
              <a:solidFill>
                <a:srgbClr val="EC4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217-4452-AA68-10E58F250EAF}"/>
              </c:ext>
            </c:extLst>
          </c:dPt>
          <c:dPt>
            <c:idx val="7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217-4452-AA68-10E58F250EAF}"/>
              </c:ext>
            </c:extLst>
          </c:dPt>
          <c:dPt>
            <c:idx val="8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217-4452-AA68-10E58F250EAF}"/>
              </c:ext>
            </c:extLst>
          </c:dPt>
          <c:dPt>
            <c:idx val="9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217-4452-AA68-10E58F250EAF}"/>
              </c:ext>
            </c:extLst>
          </c:dPt>
          <c:dPt>
            <c:idx val="10"/>
            <c:bubble3D val="0"/>
            <c:spPr>
              <a:solidFill>
                <a:srgbClr val="8BC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217-4452-AA68-10E58F250EAF}"/>
              </c:ext>
            </c:extLst>
          </c:dPt>
          <c:dPt>
            <c:idx val="11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217-4452-AA68-10E58F250EAF}"/>
              </c:ext>
            </c:extLst>
          </c:dPt>
          <c:dPt>
            <c:idx val="12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217-4452-AA68-10E58F250EAF}"/>
              </c:ext>
            </c:extLst>
          </c:dPt>
          <c:dPt>
            <c:idx val="13"/>
            <c:bubble3D val="0"/>
            <c:spPr>
              <a:solidFill>
                <a:srgbClr val="9C2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217-4452-AA68-10E58F250EAF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217-4452-AA68-10E58F250EAF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4217-4452-AA68-10E58F250EAF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4217-4452-AA68-10E58F250EAF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4217-4452-AA68-10E58F250EAF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4217-4452-AA68-10E58F250EAF}"/>
                </c:ext>
              </c:extLst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4217-4452-AA68-10E58F250EAF}"/>
                </c:ext>
              </c:extLst>
            </c:dLbl>
            <c:dLbl>
              <c:idx val="6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4217-4452-AA68-10E58F250EAF}"/>
                </c:ext>
              </c:extLst>
            </c:dLbl>
            <c:dLbl>
              <c:idx val="7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4217-4452-AA68-10E58F250EAF}"/>
                </c:ext>
              </c:extLst>
            </c:dLbl>
            <c:dLbl>
              <c:idx val="8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4217-4452-AA68-10E58F250EAF}"/>
                </c:ext>
              </c:extLst>
            </c:dLbl>
            <c:dLbl>
              <c:idx val="9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4217-4452-AA68-10E58F250EAF}"/>
                </c:ext>
              </c:extLst>
            </c:dLbl>
            <c:dLbl>
              <c:idx val="1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5-4217-4452-AA68-10E58F250EAF}"/>
                </c:ext>
              </c:extLst>
            </c:dLbl>
            <c:dLbl>
              <c:idx val="1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7-4217-4452-AA68-10E58F250EAF}"/>
                </c:ext>
              </c:extLst>
            </c:dLbl>
            <c:dLbl>
              <c:idx val="1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9-4217-4452-AA68-10E58F250EAF}"/>
                </c:ext>
              </c:extLst>
            </c:dLbl>
            <c:dLbl>
              <c:idx val="1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B-4217-4452-AA68-10E58F250EA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Sheet1!$A$2:$A$15</c:f>
              <c:strCache>
                <c:ptCount val="14"/>
                <c:pt idx="0">
                  <c:v>Resistance Bands</c:v>
                </c:pt>
                <c:pt idx="1">
                  <c:v>Water Bottle</c:v>
                </c:pt>
                <c:pt idx="2">
                  <c:v>Protein Powder</c:v>
                </c:pt>
                <c:pt idx="3">
                  <c:v>Laptop Bag</c:v>
                </c:pt>
                <c:pt idx="4">
                  <c:v>Bluetooth Speaker</c:v>
                </c:pt>
                <c:pt idx="5">
                  <c:v>Desk Lamp</c:v>
                </c:pt>
                <c:pt idx="6">
                  <c:v>Sunglasses</c:v>
                </c:pt>
                <c:pt idx="7">
                  <c:v>Wireless Earbuds</c:v>
                </c:pt>
                <c:pt idx="8">
                  <c:v>Smartwatch</c:v>
                </c:pt>
                <c:pt idx="9">
                  <c:v>Yoga Mat</c:v>
                </c:pt>
                <c:pt idx="10">
                  <c:v>Gaming Mouse</c:v>
                </c:pt>
                <c:pt idx="11">
                  <c:v>Face Serum</c:v>
                </c:pt>
                <c:pt idx="12">
                  <c:v>Running Shoes</c:v>
                </c:pt>
                <c:pt idx="13">
                  <c:v>Backpack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11.23</c:v>
                </c:pt>
                <c:pt idx="1">
                  <c:v>9.14</c:v>
                </c:pt>
                <c:pt idx="2">
                  <c:v>9.0500000000000007</c:v>
                </c:pt>
                <c:pt idx="3">
                  <c:v>8.15</c:v>
                </c:pt>
                <c:pt idx="4">
                  <c:v>7.16</c:v>
                </c:pt>
                <c:pt idx="5">
                  <c:v>6.82</c:v>
                </c:pt>
                <c:pt idx="6">
                  <c:v>6.8</c:v>
                </c:pt>
                <c:pt idx="7">
                  <c:v>6.42</c:v>
                </c:pt>
                <c:pt idx="8">
                  <c:v>5.7</c:v>
                </c:pt>
                <c:pt idx="9">
                  <c:v>5.47</c:v>
                </c:pt>
                <c:pt idx="10">
                  <c:v>5.25</c:v>
                </c:pt>
                <c:pt idx="11">
                  <c:v>5.2</c:v>
                </c:pt>
                <c:pt idx="12">
                  <c:v>4.79</c:v>
                </c:pt>
                <c:pt idx="1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4217-4452-AA68-10E58F250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700">
              <a:solidFill>
                <a:srgbClr val="B8D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236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9BA643-9B54-494A-B867-C2B9DEA38316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F2928A-54EB-4A84-9255-A57CA609F026}">
      <dgm:prSet phldrT="[Text]" custT="1"/>
      <dgm:spPr/>
      <dgm:t>
        <a:bodyPr/>
        <a:lstStyle/>
        <a:p>
          <a:r>
            <a:rPr lang="en-US" sz="1500" dirty="0" smtClean="0"/>
            <a:t>Basic SQL Operation</a:t>
          </a:r>
          <a:endParaRPr lang="en-US" sz="1500" dirty="0"/>
        </a:p>
      </dgm:t>
    </dgm:pt>
    <dgm:pt modelId="{C5959A36-2AD3-4FE4-B5D5-8FC0B3D25AE7}" type="parTrans" cxnId="{29C70E56-2D32-47D1-A4A6-AF382E6AC1A8}">
      <dgm:prSet/>
      <dgm:spPr/>
      <dgm:t>
        <a:bodyPr/>
        <a:lstStyle/>
        <a:p>
          <a:endParaRPr lang="en-US"/>
        </a:p>
      </dgm:t>
    </dgm:pt>
    <dgm:pt modelId="{2C3C6799-FF3A-4A90-8C7D-DEFB61054F63}" type="sibTrans" cxnId="{29C70E56-2D32-47D1-A4A6-AF382E6AC1A8}">
      <dgm:prSet/>
      <dgm:spPr/>
      <dgm:t>
        <a:bodyPr/>
        <a:lstStyle/>
        <a:p>
          <a:endParaRPr lang="en-US"/>
        </a:p>
      </dgm:t>
    </dgm:pt>
    <dgm:pt modelId="{BF210B6F-B96E-4BF4-BFDA-D02A0FB38BA7}">
      <dgm:prSet phldrT="[Text]" custT="1"/>
      <dgm:spPr/>
      <dgm:t>
        <a:bodyPr/>
        <a:lstStyle/>
        <a:p>
          <a:pPr algn="l"/>
          <a:r>
            <a:rPr lang="en-US" sz="1200" dirty="0" smtClean="0"/>
            <a:t>Select</a:t>
          </a:r>
          <a:endParaRPr lang="en-US" sz="1200" dirty="0"/>
        </a:p>
      </dgm:t>
    </dgm:pt>
    <dgm:pt modelId="{68CC89B6-0EDE-4490-BEE8-CB44C1247D68}" type="parTrans" cxnId="{B36ED335-4D7A-456A-AE7A-3C44C3231DBB}">
      <dgm:prSet/>
      <dgm:spPr/>
      <dgm:t>
        <a:bodyPr/>
        <a:lstStyle/>
        <a:p>
          <a:endParaRPr lang="en-US"/>
        </a:p>
      </dgm:t>
    </dgm:pt>
    <dgm:pt modelId="{8EA76B91-9E8D-4E8B-931A-7D408AC307CE}" type="sibTrans" cxnId="{B36ED335-4D7A-456A-AE7A-3C44C3231DBB}">
      <dgm:prSet/>
      <dgm:spPr/>
      <dgm:t>
        <a:bodyPr/>
        <a:lstStyle/>
        <a:p>
          <a:endParaRPr lang="en-US"/>
        </a:p>
      </dgm:t>
    </dgm:pt>
    <dgm:pt modelId="{EF5E8DFC-A269-4634-B5DF-C694D151F5CC}">
      <dgm:prSet phldrT="[Text]" custT="1"/>
      <dgm:spPr/>
      <dgm:t>
        <a:bodyPr/>
        <a:lstStyle/>
        <a:p>
          <a:r>
            <a:rPr lang="en-US" sz="1500" dirty="0" smtClean="0"/>
            <a:t>Advance SQL Features</a:t>
          </a:r>
          <a:endParaRPr lang="en-US" sz="1500" dirty="0"/>
        </a:p>
      </dgm:t>
    </dgm:pt>
    <dgm:pt modelId="{3354B4CD-6123-4DC7-BEED-835CC2609AB7}" type="parTrans" cxnId="{1D6BCF0F-19A4-40BF-93B2-D210CB0B5EE2}">
      <dgm:prSet/>
      <dgm:spPr/>
      <dgm:t>
        <a:bodyPr/>
        <a:lstStyle/>
        <a:p>
          <a:endParaRPr lang="en-US"/>
        </a:p>
      </dgm:t>
    </dgm:pt>
    <dgm:pt modelId="{EDF861CC-C853-4078-A19C-F0158DEF0FAE}" type="sibTrans" cxnId="{1D6BCF0F-19A4-40BF-93B2-D210CB0B5EE2}">
      <dgm:prSet/>
      <dgm:spPr/>
      <dgm:t>
        <a:bodyPr/>
        <a:lstStyle/>
        <a:p>
          <a:endParaRPr lang="en-US"/>
        </a:p>
      </dgm:t>
    </dgm:pt>
    <dgm:pt modelId="{EB132467-FC01-4CE0-8346-3C37F929A489}">
      <dgm:prSet phldrT="[Text]" custT="1"/>
      <dgm:spPr/>
      <dgm:t>
        <a:bodyPr/>
        <a:lstStyle/>
        <a:p>
          <a:pPr algn="just"/>
          <a:r>
            <a:rPr lang="en-US" sz="1200" dirty="0" smtClean="0"/>
            <a:t>Sub Sequence</a:t>
          </a:r>
          <a:endParaRPr lang="en-US" sz="1200" dirty="0"/>
        </a:p>
      </dgm:t>
    </dgm:pt>
    <dgm:pt modelId="{735825EB-100C-4885-BBB5-E54A1960F902}" type="parTrans" cxnId="{C4D7ACFC-AEF1-48A0-B867-0CB79D232639}">
      <dgm:prSet/>
      <dgm:spPr/>
      <dgm:t>
        <a:bodyPr/>
        <a:lstStyle/>
        <a:p>
          <a:endParaRPr lang="en-US"/>
        </a:p>
      </dgm:t>
    </dgm:pt>
    <dgm:pt modelId="{F8E1CFAD-498A-4144-8C6F-084F3A1F8DCC}" type="sibTrans" cxnId="{C4D7ACFC-AEF1-48A0-B867-0CB79D232639}">
      <dgm:prSet/>
      <dgm:spPr/>
      <dgm:t>
        <a:bodyPr/>
        <a:lstStyle/>
        <a:p>
          <a:endParaRPr lang="en-US"/>
        </a:p>
      </dgm:t>
    </dgm:pt>
    <dgm:pt modelId="{F516517A-0256-4906-A091-BEBA38329131}">
      <dgm:prSet phldrT="[Text]" custT="1"/>
      <dgm:spPr/>
      <dgm:t>
        <a:bodyPr/>
        <a:lstStyle/>
        <a:p>
          <a:r>
            <a:rPr lang="en-US" sz="1500" dirty="0" smtClean="0"/>
            <a:t>Data Cleaning</a:t>
          </a:r>
          <a:endParaRPr lang="en-US" sz="1500" dirty="0"/>
        </a:p>
      </dgm:t>
    </dgm:pt>
    <dgm:pt modelId="{3254F6C2-1572-4338-A939-CE2F7A0351F8}" type="parTrans" cxnId="{A21BB387-CFEB-4BCA-ADF6-C6B9BAF3208A}">
      <dgm:prSet/>
      <dgm:spPr/>
      <dgm:t>
        <a:bodyPr/>
        <a:lstStyle/>
        <a:p>
          <a:endParaRPr lang="en-US"/>
        </a:p>
      </dgm:t>
    </dgm:pt>
    <dgm:pt modelId="{0FD694F6-41F6-40B8-B508-1067AC91A432}" type="sibTrans" cxnId="{A21BB387-CFEB-4BCA-ADF6-C6B9BAF3208A}">
      <dgm:prSet/>
      <dgm:spPr/>
      <dgm:t>
        <a:bodyPr/>
        <a:lstStyle/>
        <a:p>
          <a:endParaRPr lang="en-US"/>
        </a:p>
      </dgm:t>
    </dgm:pt>
    <dgm:pt modelId="{2F15B566-F717-4343-9C63-93D28CDC1C5B}">
      <dgm:prSet phldrT="[Text]" custT="1"/>
      <dgm:spPr/>
      <dgm:t>
        <a:bodyPr/>
        <a:lstStyle/>
        <a:p>
          <a:pPr algn="l"/>
          <a:r>
            <a:rPr lang="en-US" sz="1400" dirty="0" smtClean="0"/>
            <a:t>Duplicate Data Removing</a:t>
          </a:r>
          <a:endParaRPr lang="en-US" sz="1400" dirty="0"/>
        </a:p>
      </dgm:t>
    </dgm:pt>
    <dgm:pt modelId="{E5EAED8F-D7E6-4AF3-B2B3-BFF47F666651}" type="parTrans" cxnId="{FA70D0E1-FC77-4D30-A61F-B2BA0977E480}">
      <dgm:prSet/>
      <dgm:spPr/>
      <dgm:t>
        <a:bodyPr/>
        <a:lstStyle/>
        <a:p>
          <a:endParaRPr lang="en-US"/>
        </a:p>
      </dgm:t>
    </dgm:pt>
    <dgm:pt modelId="{B9E80864-E6F7-4368-9394-712D3FB41A2F}" type="sibTrans" cxnId="{FA70D0E1-FC77-4D30-A61F-B2BA0977E480}">
      <dgm:prSet/>
      <dgm:spPr/>
      <dgm:t>
        <a:bodyPr/>
        <a:lstStyle/>
        <a:p>
          <a:endParaRPr lang="en-US"/>
        </a:p>
      </dgm:t>
    </dgm:pt>
    <dgm:pt modelId="{1DDEA46B-2C44-4336-B213-49E6E5C3002F}">
      <dgm:prSet phldrT="[Text]" custT="1"/>
      <dgm:spPr/>
      <dgm:t>
        <a:bodyPr/>
        <a:lstStyle/>
        <a:p>
          <a:pPr algn="ctr"/>
          <a:r>
            <a:rPr lang="en-US" sz="1500" dirty="0" smtClean="0"/>
            <a:t>Performance Optimization</a:t>
          </a:r>
          <a:endParaRPr lang="en-US" sz="1500" dirty="0"/>
        </a:p>
      </dgm:t>
    </dgm:pt>
    <dgm:pt modelId="{F220CBDD-BB40-40BF-AD3A-1275B1655E35}" type="parTrans" cxnId="{C70DFBC8-0E52-47DC-ABB5-C74B0694AB6A}">
      <dgm:prSet/>
      <dgm:spPr/>
      <dgm:t>
        <a:bodyPr/>
        <a:lstStyle/>
        <a:p>
          <a:endParaRPr lang="en-US"/>
        </a:p>
      </dgm:t>
    </dgm:pt>
    <dgm:pt modelId="{FEBB5AB9-F091-48EF-A7EE-A48B14997895}" type="sibTrans" cxnId="{C70DFBC8-0E52-47DC-ABB5-C74B0694AB6A}">
      <dgm:prSet/>
      <dgm:spPr/>
      <dgm:t>
        <a:bodyPr/>
        <a:lstStyle/>
        <a:p>
          <a:endParaRPr lang="en-US"/>
        </a:p>
      </dgm:t>
    </dgm:pt>
    <dgm:pt modelId="{E1DD62D1-1393-4813-A977-0027313BCE9E}">
      <dgm:prSet phldrT="[Text]" custT="1"/>
      <dgm:spPr/>
      <dgm:t>
        <a:bodyPr/>
        <a:lstStyle/>
        <a:p>
          <a:r>
            <a:rPr lang="en-US" sz="1200" dirty="0" smtClean="0"/>
            <a:t>Materialized View</a:t>
          </a:r>
          <a:endParaRPr lang="en-US" sz="1200" dirty="0"/>
        </a:p>
      </dgm:t>
    </dgm:pt>
    <dgm:pt modelId="{EF0A8A87-A717-49FC-8229-205990FB70E0}" type="parTrans" cxnId="{065BF565-7492-4ABC-8B3D-B7E7870CD5B4}">
      <dgm:prSet/>
      <dgm:spPr/>
      <dgm:t>
        <a:bodyPr/>
        <a:lstStyle/>
        <a:p>
          <a:endParaRPr lang="en-US"/>
        </a:p>
      </dgm:t>
    </dgm:pt>
    <dgm:pt modelId="{C5861C1E-FF3E-44F7-BDAF-225DC64EC70B}" type="sibTrans" cxnId="{065BF565-7492-4ABC-8B3D-B7E7870CD5B4}">
      <dgm:prSet/>
      <dgm:spPr/>
      <dgm:t>
        <a:bodyPr/>
        <a:lstStyle/>
        <a:p>
          <a:endParaRPr lang="en-US"/>
        </a:p>
      </dgm:t>
    </dgm:pt>
    <dgm:pt modelId="{89116040-948A-472B-AA81-0D63559D70AF}">
      <dgm:prSet phldrT="[Text]" custT="1"/>
      <dgm:spPr/>
      <dgm:t>
        <a:bodyPr/>
        <a:lstStyle/>
        <a:p>
          <a:pPr algn="l"/>
          <a:r>
            <a:rPr lang="en-US" sz="1200" dirty="0" smtClean="0"/>
            <a:t>Where</a:t>
          </a:r>
          <a:endParaRPr lang="en-US" sz="1200" dirty="0"/>
        </a:p>
      </dgm:t>
    </dgm:pt>
    <dgm:pt modelId="{8E853913-D1B9-4005-A10A-1C620F6A3685}" type="parTrans" cxnId="{8357653C-BAC1-4443-AF78-200CA0FCE90D}">
      <dgm:prSet/>
      <dgm:spPr/>
      <dgm:t>
        <a:bodyPr/>
        <a:lstStyle/>
        <a:p>
          <a:endParaRPr lang="en-US"/>
        </a:p>
      </dgm:t>
    </dgm:pt>
    <dgm:pt modelId="{6555ABA0-B5E0-4EE4-A1A0-73324F37C24F}" type="sibTrans" cxnId="{8357653C-BAC1-4443-AF78-200CA0FCE90D}">
      <dgm:prSet/>
      <dgm:spPr/>
      <dgm:t>
        <a:bodyPr/>
        <a:lstStyle/>
        <a:p>
          <a:endParaRPr lang="en-US"/>
        </a:p>
      </dgm:t>
    </dgm:pt>
    <dgm:pt modelId="{2DD56227-137F-42CA-B70D-00CB126A10EB}">
      <dgm:prSet phldrT="[Text]" custT="1"/>
      <dgm:spPr/>
      <dgm:t>
        <a:bodyPr/>
        <a:lstStyle/>
        <a:p>
          <a:pPr algn="l"/>
          <a:r>
            <a:rPr lang="en-US" sz="1200" dirty="0" smtClean="0"/>
            <a:t>Having</a:t>
          </a:r>
          <a:endParaRPr lang="en-US" sz="1200" dirty="0"/>
        </a:p>
      </dgm:t>
    </dgm:pt>
    <dgm:pt modelId="{3703D251-BE51-4810-BE1F-B76849D039F7}" type="parTrans" cxnId="{F61BA91F-12C3-4CAE-BA50-23D683E8539C}">
      <dgm:prSet/>
      <dgm:spPr/>
      <dgm:t>
        <a:bodyPr/>
        <a:lstStyle/>
        <a:p>
          <a:endParaRPr lang="en-US"/>
        </a:p>
      </dgm:t>
    </dgm:pt>
    <dgm:pt modelId="{DDE2CAAC-F407-404D-876D-ED96DDA121C2}" type="sibTrans" cxnId="{F61BA91F-12C3-4CAE-BA50-23D683E8539C}">
      <dgm:prSet/>
      <dgm:spPr/>
      <dgm:t>
        <a:bodyPr/>
        <a:lstStyle/>
        <a:p>
          <a:endParaRPr lang="en-US"/>
        </a:p>
      </dgm:t>
    </dgm:pt>
    <dgm:pt modelId="{9B4C9DBA-AC63-4D6B-9520-B1DAA9814C2E}">
      <dgm:prSet phldrT="[Text]" custT="1"/>
      <dgm:spPr/>
      <dgm:t>
        <a:bodyPr/>
        <a:lstStyle/>
        <a:p>
          <a:pPr algn="l"/>
          <a:r>
            <a:rPr lang="en-US" sz="1200" dirty="0" smtClean="0"/>
            <a:t>Group By</a:t>
          </a:r>
          <a:endParaRPr lang="en-US" sz="1200" dirty="0"/>
        </a:p>
      </dgm:t>
    </dgm:pt>
    <dgm:pt modelId="{309C4FF9-C8CF-4EDB-B4E5-90DBD9016125}" type="parTrans" cxnId="{68EBC49C-68A1-444A-93D8-FF8FF3AD77E5}">
      <dgm:prSet/>
      <dgm:spPr/>
      <dgm:t>
        <a:bodyPr/>
        <a:lstStyle/>
        <a:p>
          <a:endParaRPr lang="en-US"/>
        </a:p>
      </dgm:t>
    </dgm:pt>
    <dgm:pt modelId="{57E1DAAE-BD58-4DB7-9DBE-E2B8D6D6BA6A}" type="sibTrans" cxnId="{68EBC49C-68A1-444A-93D8-FF8FF3AD77E5}">
      <dgm:prSet/>
      <dgm:spPr/>
      <dgm:t>
        <a:bodyPr/>
        <a:lstStyle/>
        <a:p>
          <a:endParaRPr lang="en-US"/>
        </a:p>
      </dgm:t>
    </dgm:pt>
    <dgm:pt modelId="{CEF3DE5D-6F92-453B-919C-F60FA72EEE64}">
      <dgm:prSet phldrT="[Text]" custT="1"/>
      <dgm:spPr/>
      <dgm:t>
        <a:bodyPr/>
        <a:lstStyle/>
        <a:p>
          <a:pPr algn="l"/>
          <a:r>
            <a:rPr lang="en-US" sz="1200" dirty="0" smtClean="0"/>
            <a:t>Order By</a:t>
          </a:r>
          <a:endParaRPr lang="en-US" sz="1200" dirty="0"/>
        </a:p>
      </dgm:t>
    </dgm:pt>
    <dgm:pt modelId="{C9CA187A-68F8-4D5E-98F7-8A3AA68A4E67}" type="parTrans" cxnId="{E5B73689-CF3A-4707-8CBC-7157EEF5082C}">
      <dgm:prSet/>
      <dgm:spPr/>
      <dgm:t>
        <a:bodyPr/>
        <a:lstStyle/>
        <a:p>
          <a:endParaRPr lang="en-US"/>
        </a:p>
      </dgm:t>
    </dgm:pt>
    <dgm:pt modelId="{FFDD7B16-BA47-42C3-9F04-15F7D24A7471}" type="sibTrans" cxnId="{E5B73689-CF3A-4707-8CBC-7157EEF5082C}">
      <dgm:prSet/>
      <dgm:spPr/>
      <dgm:t>
        <a:bodyPr/>
        <a:lstStyle/>
        <a:p>
          <a:endParaRPr lang="en-US"/>
        </a:p>
      </dgm:t>
    </dgm:pt>
    <dgm:pt modelId="{B3AAAB24-9FB0-4906-89AB-3D772873D43F}">
      <dgm:prSet phldrT="[Text]" custT="1"/>
      <dgm:spPr/>
      <dgm:t>
        <a:bodyPr/>
        <a:lstStyle/>
        <a:p>
          <a:pPr algn="just"/>
          <a:r>
            <a:rPr lang="en-US" sz="1200" dirty="0" smtClean="0"/>
            <a:t>Windows Function</a:t>
          </a:r>
          <a:endParaRPr lang="en-US" sz="1200" dirty="0"/>
        </a:p>
      </dgm:t>
    </dgm:pt>
    <dgm:pt modelId="{32062F33-C250-4AFF-91FF-7A16DB5A47E2}" type="parTrans" cxnId="{BF67FAF6-A6D4-492F-B8D8-DB1F9724E989}">
      <dgm:prSet/>
      <dgm:spPr/>
      <dgm:t>
        <a:bodyPr/>
        <a:lstStyle/>
        <a:p>
          <a:endParaRPr lang="en-US"/>
        </a:p>
      </dgm:t>
    </dgm:pt>
    <dgm:pt modelId="{237C91A0-4EE9-44FB-9E6E-B5FDE75268D0}" type="sibTrans" cxnId="{BF67FAF6-A6D4-492F-B8D8-DB1F9724E989}">
      <dgm:prSet/>
      <dgm:spPr/>
      <dgm:t>
        <a:bodyPr/>
        <a:lstStyle/>
        <a:p>
          <a:endParaRPr lang="en-US"/>
        </a:p>
      </dgm:t>
    </dgm:pt>
    <dgm:pt modelId="{903BBB62-FB8C-4501-92A5-88F39B7C30E0}">
      <dgm:prSet phldrT="[Text]" custT="1"/>
      <dgm:spPr/>
      <dgm:t>
        <a:bodyPr/>
        <a:lstStyle/>
        <a:p>
          <a:pPr algn="just"/>
          <a:r>
            <a:rPr lang="en-US" sz="1200" dirty="0" err="1" smtClean="0"/>
            <a:t>Ntile</a:t>
          </a:r>
          <a:endParaRPr lang="en-US" sz="1200" dirty="0"/>
        </a:p>
      </dgm:t>
    </dgm:pt>
    <dgm:pt modelId="{F75810C3-92F8-43DC-ADF5-57539BBACB80}" type="parTrans" cxnId="{8698DE88-3F48-469C-8E62-C99BC6C8CDDC}">
      <dgm:prSet/>
      <dgm:spPr/>
      <dgm:t>
        <a:bodyPr/>
        <a:lstStyle/>
        <a:p>
          <a:endParaRPr lang="en-US"/>
        </a:p>
      </dgm:t>
    </dgm:pt>
    <dgm:pt modelId="{0DA2356C-EDC1-4B12-8581-A75D83B67F61}" type="sibTrans" cxnId="{8698DE88-3F48-469C-8E62-C99BC6C8CDDC}">
      <dgm:prSet/>
      <dgm:spPr/>
      <dgm:t>
        <a:bodyPr/>
        <a:lstStyle/>
        <a:p>
          <a:endParaRPr lang="en-US"/>
        </a:p>
      </dgm:t>
    </dgm:pt>
    <dgm:pt modelId="{4448B383-B121-4E4D-8BFE-101613FDA847}">
      <dgm:prSet phldrT="[Text]" custT="1"/>
      <dgm:spPr/>
      <dgm:t>
        <a:bodyPr/>
        <a:lstStyle/>
        <a:p>
          <a:pPr algn="just"/>
          <a:r>
            <a:rPr lang="en-US" sz="1200" dirty="0" smtClean="0"/>
            <a:t>Percent Rank</a:t>
          </a:r>
          <a:endParaRPr lang="en-US" sz="1200" dirty="0"/>
        </a:p>
      </dgm:t>
    </dgm:pt>
    <dgm:pt modelId="{6E8ADFA2-123E-4F26-ACCF-C0242C8CD1A3}" type="parTrans" cxnId="{A6E98E64-6681-41FC-A469-7E92276589EB}">
      <dgm:prSet/>
      <dgm:spPr/>
      <dgm:t>
        <a:bodyPr/>
        <a:lstStyle/>
        <a:p>
          <a:endParaRPr lang="en-US"/>
        </a:p>
      </dgm:t>
    </dgm:pt>
    <dgm:pt modelId="{C24E38AE-E965-4A7C-B711-D4A76F6CC095}" type="sibTrans" cxnId="{A6E98E64-6681-41FC-A469-7E92276589EB}">
      <dgm:prSet/>
      <dgm:spPr/>
      <dgm:t>
        <a:bodyPr/>
        <a:lstStyle/>
        <a:p>
          <a:endParaRPr lang="en-US"/>
        </a:p>
      </dgm:t>
    </dgm:pt>
    <dgm:pt modelId="{265CCB16-6FB4-4EEB-993E-F903E194EE40}">
      <dgm:prSet phldrT="[Text]" custT="1"/>
      <dgm:spPr/>
      <dgm:t>
        <a:bodyPr/>
        <a:lstStyle/>
        <a:p>
          <a:pPr algn="just"/>
          <a:r>
            <a:rPr lang="en-US" sz="1200" dirty="0" err="1" smtClean="0"/>
            <a:t>Running_Total</a:t>
          </a:r>
          <a:r>
            <a:rPr lang="en-US" sz="1200" dirty="0" smtClean="0"/>
            <a:t> Revenue</a:t>
          </a:r>
          <a:endParaRPr lang="en-US" sz="1200" dirty="0"/>
        </a:p>
      </dgm:t>
    </dgm:pt>
    <dgm:pt modelId="{59BC1494-05B6-432C-8847-C71E4ED198A4}" type="parTrans" cxnId="{B0C90B30-CF08-4C87-A3D1-7C9808BE79F6}">
      <dgm:prSet/>
      <dgm:spPr/>
      <dgm:t>
        <a:bodyPr/>
        <a:lstStyle/>
        <a:p>
          <a:endParaRPr lang="en-US"/>
        </a:p>
      </dgm:t>
    </dgm:pt>
    <dgm:pt modelId="{E9D6674F-5F97-4BC3-96F8-49E89F4FD5F9}" type="sibTrans" cxnId="{B0C90B30-CF08-4C87-A3D1-7C9808BE79F6}">
      <dgm:prSet/>
      <dgm:spPr/>
      <dgm:t>
        <a:bodyPr/>
        <a:lstStyle/>
        <a:p>
          <a:endParaRPr lang="en-US"/>
        </a:p>
      </dgm:t>
    </dgm:pt>
    <dgm:pt modelId="{8D6E52DF-37E6-4AAA-8466-52A83B77892C}">
      <dgm:prSet phldrT="[Text]" custT="1"/>
      <dgm:spPr/>
      <dgm:t>
        <a:bodyPr/>
        <a:lstStyle/>
        <a:p>
          <a:pPr algn="just"/>
          <a:r>
            <a:rPr lang="en-US" sz="1200" dirty="0" smtClean="0"/>
            <a:t>Ranking Function </a:t>
          </a:r>
          <a:endParaRPr lang="en-US" sz="1200" dirty="0"/>
        </a:p>
      </dgm:t>
    </dgm:pt>
    <dgm:pt modelId="{CA91AC24-9B3A-4FBD-9DBE-5666A8BE4D02}" type="parTrans" cxnId="{4C01EC3B-DE02-45F3-A301-EC9FAA4E6C11}">
      <dgm:prSet/>
      <dgm:spPr/>
      <dgm:t>
        <a:bodyPr/>
        <a:lstStyle/>
        <a:p>
          <a:endParaRPr lang="en-US"/>
        </a:p>
      </dgm:t>
    </dgm:pt>
    <dgm:pt modelId="{099786B5-8856-4ADC-B5D2-D1BAC9C8F42B}" type="sibTrans" cxnId="{4C01EC3B-DE02-45F3-A301-EC9FAA4E6C11}">
      <dgm:prSet/>
      <dgm:spPr/>
      <dgm:t>
        <a:bodyPr/>
        <a:lstStyle/>
        <a:p>
          <a:endParaRPr lang="en-US"/>
        </a:p>
      </dgm:t>
    </dgm:pt>
    <dgm:pt modelId="{5A0CB78F-55AE-4121-A4CF-9667FEC9F77C}">
      <dgm:prSet phldrT="[Text]" custT="1"/>
      <dgm:spPr/>
      <dgm:t>
        <a:bodyPr/>
        <a:lstStyle/>
        <a:p>
          <a:endParaRPr lang="en-US" sz="1400" dirty="0"/>
        </a:p>
      </dgm:t>
    </dgm:pt>
    <dgm:pt modelId="{5FF7331F-4A4B-4709-B228-EB01715A749F}" type="parTrans" cxnId="{749BC8FB-2013-45BD-A8AB-4779A2BE02E1}">
      <dgm:prSet/>
      <dgm:spPr/>
      <dgm:t>
        <a:bodyPr/>
        <a:lstStyle/>
        <a:p>
          <a:endParaRPr lang="en-US"/>
        </a:p>
      </dgm:t>
    </dgm:pt>
    <dgm:pt modelId="{1B8C7959-590F-453D-86B2-7F7B467975E5}" type="sibTrans" cxnId="{749BC8FB-2013-45BD-A8AB-4779A2BE02E1}">
      <dgm:prSet/>
      <dgm:spPr/>
      <dgm:t>
        <a:bodyPr/>
        <a:lstStyle/>
        <a:p>
          <a:endParaRPr lang="en-US"/>
        </a:p>
      </dgm:t>
    </dgm:pt>
    <dgm:pt modelId="{D3090924-F21F-4A60-9672-163262C0716E}">
      <dgm:prSet phldrT="[Text]" custT="1"/>
      <dgm:spPr/>
      <dgm:t>
        <a:bodyPr/>
        <a:lstStyle/>
        <a:p>
          <a:r>
            <a:rPr lang="en-US" sz="1200" dirty="0" smtClean="0"/>
            <a:t>Indexing</a:t>
          </a:r>
          <a:endParaRPr lang="en-US" sz="1200" dirty="0"/>
        </a:p>
      </dgm:t>
    </dgm:pt>
    <dgm:pt modelId="{ADBCE292-65EE-4D40-AFE7-3EFB3D9E6630}" type="parTrans" cxnId="{25482C64-E8D2-4E55-9650-8C0195E2A51E}">
      <dgm:prSet/>
      <dgm:spPr/>
      <dgm:t>
        <a:bodyPr/>
        <a:lstStyle/>
        <a:p>
          <a:endParaRPr lang="en-US"/>
        </a:p>
      </dgm:t>
    </dgm:pt>
    <dgm:pt modelId="{A8733431-5C31-4F12-8C57-E1E2F94ADE31}" type="sibTrans" cxnId="{25482C64-E8D2-4E55-9650-8C0195E2A51E}">
      <dgm:prSet/>
      <dgm:spPr/>
      <dgm:t>
        <a:bodyPr/>
        <a:lstStyle/>
        <a:p>
          <a:endParaRPr lang="en-US"/>
        </a:p>
      </dgm:t>
    </dgm:pt>
    <dgm:pt modelId="{117DF240-F95C-45EC-B090-FB4DECABDD59}">
      <dgm:prSet phldrT="[Text]" custT="1"/>
      <dgm:spPr/>
      <dgm:t>
        <a:bodyPr/>
        <a:lstStyle/>
        <a:p>
          <a:r>
            <a:rPr lang="en-US" sz="1200" dirty="0" smtClean="0"/>
            <a:t>Cache Aggregation Queries</a:t>
          </a:r>
          <a:endParaRPr lang="en-US" sz="1200" dirty="0"/>
        </a:p>
      </dgm:t>
    </dgm:pt>
    <dgm:pt modelId="{B6B8E239-0352-47F5-A0E7-9E73289C2EC4}" type="parTrans" cxnId="{A7801913-A552-4AF0-AEBB-3EDAB110A269}">
      <dgm:prSet/>
      <dgm:spPr/>
      <dgm:t>
        <a:bodyPr/>
        <a:lstStyle/>
        <a:p>
          <a:endParaRPr lang="en-US"/>
        </a:p>
      </dgm:t>
    </dgm:pt>
    <dgm:pt modelId="{57FDC2E0-B4A6-4F55-B49F-3F28992B6942}" type="sibTrans" cxnId="{A7801913-A552-4AF0-AEBB-3EDAB110A269}">
      <dgm:prSet/>
      <dgm:spPr/>
      <dgm:t>
        <a:bodyPr/>
        <a:lstStyle/>
        <a:p>
          <a:endParaRPr lang="en-US"/>
        </a:p>
      </dgm:t>
    </dgm:pt>
    <dgm:pt modelId="{E777F8AC-E3AB-4C22-89F2-303447FE7D84}">
      <dgm:prSet phldrT="[Text]" custT="1"/>
      <dgm:spPr/>
      <dgm:t>
        <a:bodyPr/>
        <a:lstStyle/>
        <a:p>
          <a:pPr algn="l"/>
          <a:r>
            <a:rPr lang="en-US" sz="1400" dirty="0" smtClean="0"/>
            <a:t>Data Validation</a:t>
          </a:r>
          <a:endParaRPr lang="en-US" sz="1400" dirty="0"/>
        </a:p>
      </dgm:t>
    </dgm:pt>
    <dgm:pt modelId="{BE5CA029-022A-4773-B602-1E16BBB348DA}" type="parTrans" cxnId="{83EC20DA-3212-408C-81D9-6DA6440FC1A8}">
      <dgm:prSet/>
      <dgm:spPr/>
      <dgm:t>
        <a:bodyPr/>
        <a:lstStyle/>
        <a:p>
          <a:endParaRPr lang="en-US"/>
        </a:p>
      </dgm:t>
    </dgm:pt>
    <dgm:pt modelId="{63C5F2D3-6D7E-4674-9BF0-375179C071C3}" type="sibTrans" cxnId="{83EC20DA-3212-408C-81D9-6DA6440FC1A8}">
      <dgm:prSet/>
      <dgm:spPr/>
      <dgm:t>
        <a:bodyPr/>
        <a:lstStyle/>
        <a:p>
          <a:endParaRPr lang="en-US"/>
        </a:p>
      </dgm:t>
    </dgm:pt>
    <dgm:pt modelId="{666CBC8B-2FA9-4104-AE23-E031A0684BDC}" type="pres">
      <dgm:prSet presAssocID="{AB9BA643-9B54-494A-B867-C2B9DEA3831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E4711AD7-9E5D-474B-9A46-54D5919F37F4}" type="pres">
      <dgm:prSet presAssocID="{AB9BA643-9B54-494A-B867-C2B9DEA38316}" presName="children" presStyleCnt="0"/>
      <dgm:spPr/>
    </dgm:pt>
    <dgm:pt modelId="{62630846-C757-47D3-92A5-E708A9CE898D}" type="pres">
      <dgm:prSet presAssocID="{AB9BA643-9B54-494A-B867-C2B9DEA38316}" presName="child1group" presStyleCnt="0"/>
      <dgm:spPr/>
    </dgm:pt>
    <dgm:pt modelId="{3CB6D4FB-9967-433C-8561-96BBE10C8300}" type="pres">
      <dgm:prSet presAssocID="{AB9BA643-9B54-494A-B867-C2B9DEA38316}" presName="child1" presStyleLbl="bgAcc1" presStyleIdx="0" presStyleCnt="4" custScaleX="113863" custLinFactNeighborX="-24974" custLinFactNeighborY="-619"/>
      <dgm:spPr/>
      <dgm:t>
        <a:bodyPr/>
        <a:lstStyle/>
        <a:p>
          <a:endParaRPr lang="en-US"/>
        </a:p>
      </dgm:t>
    </dgm:pt>
    <dgm:pt modelId="{2D772A99-635A-4B42-9DCF-30B6BC2AF759}" type="pres">
      <dgm:prSet presAssocID="{AB9BA643-9B54-494A-B867-C2B9DEA38316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1F5DBC-B4DD-4F09-9D2E-23036E7DFEC1}" type="pres">
      <dgm:prSet presAssocID="{AB9BA643-9B54-494A-B867-C2B9DEA38316}" presName="child2group" presStyleCnt="0"/>
      <dgm:spPr/>
    </dgm:pt>
    <dgm:pt modelId="{C9E1DE86-F0DE-4753-81E5-0379A42E0280}" type="pres">
      <dgm:prSet presAssocID="{AB9BA643-9B54-494A-B867-C2B9DEA38316}" presName="child2" presStyleLbl="bgAcc1" presStyleIdx="1" presStyleCnt="4" custScaleX="115468" custScaleY="111026" custLinFactNeighborX="34404" custLinFactNeighborY="4361"/>
      <dgm:spPr/>
      <dgm:t>
        <a:bodyPr/>
        <a:lstStyle/>
        <a:p>
          <a:endParaRPr lang="en-US"/>
        </a:p>
      </dgm:t>
    </dgm:pt>
    <dgm:pt modelId="{6E531EFD-D9DA-4FBE-B597-6AF936DF0541}" type="pres">
      <dgm:prSet presAssocID="{AB9BA643-9B54-494A-B867-C2B9DEA38316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6C9B01-AE42-44A3-9C0C-99BFCEBA880A}" type="pres">
      <dgm:prSet presAssocID="{AB9BA643-9B54-494A-B867-C2B9DEA38316}" presName="child3group" presStyleCnt="0"/>
      <dgm:spPr/>
    </dgm:pt>
    <dgm:pt modelId="{E243F3EA-8463-44F5-A5A1-F728E1B85A4E}" type="pres">
      <dgm:prSet presAssocID="{AB9BA643-9B54-494A-B867-C2B9DEA38316}" presName="child3" presStyleLbl="bgAcc1" presStyleIdx="2" presStyleCnt="4" custScaleX="111692" custLinFactNeighborX="35772" custLinFactNeighborY="-1378"/>
      <dgm:spPr/>
      <dgm:t>
        <a:bodyPr/>
        <a:lstStyle/>
        <a:p>
          <a:endParaRPr lang="en-US"/>
        </a:p>
      </dgm:t>
    </dgm:pt>
    <dgm:pt modelId="{5B69C130-DB0E-4A12-BA20-33DEF9E65CF0}" type="pres">
      <dgm:prSet presAssocID="{AB9BA643-9B54-494A-B867-C2B9DEA38316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83C610-93E3-4A33-884B-F10C84B04F26}" type="pres">
      <dgm:prSet presAssocID="{AB9BA643-9B54-494A-B867-C2B9DEA38316}" presName="child4group" presStyleCnt="0"/>
      <dgm:spPr/>
    </dgm:pt>
    <dgm:pt modelId="{7B9A8E61-C957-4414-B39D-946E64B5D89F}" type="pres">
      <dgm:prSet presAssocID="{AB9BA643-9B54-494A-B867-C2B9DEA38316}" presName="child4" presStyleLbl="bgAcc1" presStyleIdx="3" presStyleCnt="4" custScaleX="116070" custLinFactNeighborX="-23262" custLinFactNeighborY="-5415"/>
      <dgm:spPr/>
      <dgm:t>
        <a:bodyPr/>
        <a:lstStyle/>
        <a:p>
          <a:endParaRPr lang="en-US"/>
        </a:p>
      </dgm:t>
    </dgm:pt>
    <dgm:pt modelId="{035947AC-A778-438F-8BF4-4D28CBBDF85C}" type="pres">
      <dgm:prSet presAssocID="{AB9BA643-9B54-494A-B867-C2B9DEA38316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35C84C-0994-4D65-B795-039120B1B325}" type="pres">
      <dgm:prSet presAssocID="{AB9BA643-9B54-494A-B867-C2B9DEA38316}" presName="childPlaceholder" presStyleCnt="0"/>
      <dgm:spPr/>
    </dgm:pt>
    <dgm:pt modelId="{45CDD367-E73F-41D9-8418-B889F8BB83EB}" type="pres">
      <dgm:prSet presAssocID="{AB9BA643-9B54-494A-B867-C2B9DEA38316}" presName="circle" presStyleCnt="0"/>
      <dgm:spPr/>
    </dgm:pt>
    <dgm:pt modelId="{91CBF0ED-3864-4FEE-ADD2-C67A28320F70}" type="pres">
      <dgm:prSet presAssocID="{AB9BA643-9B54-494A-B867-C2B9DEA38316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C9D8BC-AB62-4646-9536-1ACEBFFC4831}" type="pres">
      <dgm:prSet presAssocID="{AB9BA643-9B54-494A-B867-C2B9DEA3831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4EF5FA65-3678-4786-BB52-F1D01FCE1F5F}" type="pres">
      <dgm:prSet presAssocID="{AB9BA643-9B54-494A-B867-C2B9DEA3831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7DD9513-D9AA-4A72-890C-5E5B051FE84A}" type="pres">
      <dgm:prSet presAssocID="{AB9BA643-9B54-494A-B867-C2B9DEA3831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59A6C78B-26BF-425D-99C8-841A616088D2}" type="pres">
      <dgm:prSet presAssocID="{AB9BA643-9B54-494A-B867-C2B9DEA38316}" presName="quadrantPlaceholder" presStyleCnt="0"/>
      <dgm:spPr/>
    </dgm:pt>
    <dgm:pt modelId="{E5A512FC-5D92-42E0-BD73-64898CC55225}" type="pres">
      <dgm:prSet presAssocID="{AB9BA643-9B54-494A-B867-C2B9DEA38316}" presName="center1" presStyleLbl="fgShp" presStyleIdx="0" presStyleCnt="2"/>
      <dgm:spPr/>
    </dgm:pt>
    <dgm:pt modelId="{2E5A2964-ADF8-4066-9091-E9D2CB295912}" type="pres">
      <dgm:prSet presAssocID="{AB9BA643-9B54-494A-B867-C2B9DEA38316}" presName="center2" presStyleLbl="fgShp" presStyleIdx="1" presStyleCnt="2"/>
      <dgm:spPr/>
    </dgm:pt>
  </dgm:ptLst>
  <dgm:cxnLst>
    <dgm:cxn modelId="{ABBFAF15-6947-4EE1-A385-67FC5D993B05}" type="presOf" srcId="{89116040-948A-472B-AA81-0D63559D70AF}" destId="{3CB6D4FB-9967-433C-8561-96BBE10C8300}" srcOrd="0" destOrd="1" presId="urn:microsoft.com/office/officeart/2005/8/layout/cycle4"/>
    <dgm:cxn modelId="{BF67FAF6-A6D4-492F-B8D8-DB1F9724E989}" srcId="{EF5E8DFC-A269-4634-B5DF-C694D151F5CC}" destId="{B3AAAB24-9FB0-4906-89AB-3D772873D43F}" srcOrd="1" destOrd="0" parTransId="{32062F33-C250-4AFF-91FF-7A16DB5A47E2}" sibTransId="{237C91A0-4EE9-44FB-9E6E-B5FDE75268D0}"/>
    <dgm:cxn modelId="{508CDFA8-014E-4A0D-8B04-7EC529162DA8}" type="presOf" srcId="{F516517A-0256-4906-A091-BEBA38329131}" destId="{4EF5FA65-3678-4786-BB52-F1D01FCE1F5F}" srcOrd="0" destOrd="0" presId="urn:microsoft.com/office/officeart/2005/8/layout/cycle4"/>
    <dgm:cxn modelId="{936DE122-22EC-43CD-A440-28524FAB6852}" type="presOf" srcId="{9B4C9DBA-AC63-4D6B-9520-B1DAA9814C2E}" destId="{2D772A99-635A-4B42-9DCF-30B6BC2AF759}" srcOrd="1" destOrd="3" presId="urn:microsoft.com/office/officeart/2005/8/layout/cycle4"/>
    <dgm:cxn modelId="{A49624AA-8F70-420C-97B1-0097E0D7EC40}" type="presOf" srcId="{265CCB16-6FB4-4EEB-993E-F903E194EE40}" destId="{C9E1DE86-F0DE-4753-81E5-0379A42E0280}" srcOrd="0" destOrd="4" presId="urn:microsoft.com/office/officeart/2005/8/layout/cycle4"/>
    <dgm:cxn modelId="{957616C3-64F2-474F-BAFB-C39CA1B354FC}" type="presOf" srcId="{8D6E52DF-37E6-4AAA-8466-52A83B77892C}" destId="{6E531EFD-D9DA-4FBE-B597-6AF936DF0541}" srcOrd="1" destOrd="5" presId="urn:microsoft.com/office/officeart/2005/8/layout/cycle4"/>
    <dgm:cxn modelId="{4ADED369-578E-439A-B365-69F3CB1BCC12}" type="presOf" srcId="{AB9BA643-9B54-494A-B867-C2B9DEA38316}" destId="{666CBC8B-2FA9-4104-AE23-E031A0684BDC}" srcOrd="0" destOrd="0" presId="urn:microsoft.com/office/officeart/2005/8/layout/cycle4"/>
    <dgm:cxn modelId="{AA7660EA-08C6-469C-A210-0337BD85EF87}" type="presOf" srcId="{5A0CB78F-55AE-4121-A4CF-9667FEC9F77C}" destId="{7B9A8E61-C957-4414-B39D-946E64B5D89F}" srcOrd="0" destOrd="3" presId="urn:microsoft.com/office/officeart/2005/8/layout/cycle4"/>
    <dgm:cxn modelId="{CAA049B0-D9E6-4508-BD7B-8C1808AB4ED7}" type="presOf" srcId="{8D6E52DF-37E6-4AAA-8466-52A83B77892C}" destId="{C9E1DE86-F0DE-4753-81E5-0379A42E0280}" srcOrd="0" destOrd="5" presId="urn:microsoft.com/office/officeart/2005/8/layout/cycle4"/>
    <dgm:cxn modelId="{B77452F7-1F81-4EED-9553-6DBE2A4FBA70}" type="presOf" srcId="{EF5E8DFC-A269-4634-B5DF-C694D151F5CC}" destId="{B2C9D8BC-AB62-4646-9536-1ACEBFFC4831}" srcOrd="0" destOrd="0" presId="urn:microsoft.com/office/officeart/2005/8/layout/cycle4"/>
    <dgm:cxn modelId="{417F718F-A72F-47CB-96A1-56EE3DD60366}" type="presOf" srcId="{BF210B6F-B96E-4BF4-BFDA-D02A0FB38BA7}" destId="{2D772A99-635A-4B42-9DCF-30B6BC2AF759}" srcOrd="1" destOrd="0" presId="urn:microsoft.com/office/officeart/2005/8/layout/cycle4"/>
    <dgm:cxn modelId="{ECF9700E-1A8F-44C9-A6E8-140D5FF0BE71}" type="presOf" srcId="{E777F8AC-E3AB-4C22-89F2-303447FE7D84}" destId="{5B69C130-DB0E-4A12-BA20-33DEF9E65CF0}" srcOrd="1" destOrd="1" presId="urn:microsoft.com/office/officeart/2005/8/layout/cycle4"/>
    <dgm:cxn modelId="{83EC20DA-3212-408C-81D9-6DA6440FC1A8}" srcId="{F516517A-0256-4906-A091-BEBA38329131}" destId="{E777F8AC-E3AB-4C22-89F2-303447FE7D84}" srcOrd="1" destOrd="0" parTransId="{BE5CA029-022A-4773-B602-1E16BBB348DA}" sibTransId="{63C5F2D3-6D7E-4674-9BF0-375179C071C3}"/>
    <dgm:cxn modelId="{A6E98E64-6681-41FC-A469-7E92276589EB}" srcId="{EF5E8DFC-A269-4634-B5DF-C694D151F5CC}" destId="{4448B383-B121-4E4D-8BFE-101613FDA847}" srcOrd="3" destOrd="0" parTransId="{6E8ADFA2-123E-4F26-ACCF-C0242C8CD1A3}" sibTransId="{C24E38AE-E965-4A7C-B711-D4A76F6CC095}"/>
    <dgm:cxn modelId="{0C3762DC-14EF-4840-975A-0237351178C4}" type="presOf" srcId="{4448B383-B121-4E4D-8BFE-101613FDA847}" destId="{6E531EFD-D9DA-4FBE-B597-6AF936DF0541}" srcOrd="1" destOrd="3" presId="urn:microsoft.com/office/officeart/2005/8/layout/cycle4"/>
    <dgm:cxn modelId="{4656F74A-4615-4FB7-8C9D-5E2A718A3DDB}" type="presOf" srcId="{2DD56227-137F-42CA-B70D-00CB126A10EB}" destId="{2D772A99-635A-4B42-9DCF-30B6BC2AF759}" srcOrd="1" destOrd="2" presId="urn:microsoft.com/office/officeart/2005/8/layout/cycle4"/>
    <dgm:cxn modelId="{A21BB387-CFEB-4BCA-ADF6-C6B9BAF3208A}" srcId="{AB9BA643-9B54-494A-B867-C2B9DEA38316}" destId="{F516517A-0256-4906-A091-BEBA38329131}" srcOrd="2" destOrd="0" parTransId="{3254F6C2-1572-4338-A939-CE2F7A0351F8}" sibTransId="{0FD694F6-41F6-40B8-B508-1067AC91A432}"/>
    <dgm:cxn modelId="{BDCCC35D-AEE2-458E-B317-8A1726F8FD71}" type="presOf" srcId="{5A0CB78F-55AE-4121-A4CF-9667FEC9F77C}" destId="{035947AC-A778-438F-8BF4-4D28CBBDF85C}" srcOrd="1" destOrd="3" presId="urn:microsoft.com/office/officeart/2005/8/layout/cycle4"/>
    <dgm:cxn modelId="{1D3C2D3D-D20C-4305-9E1E-F3D89DD89FA4}" type="presOf" srcId="{903BBB62-FB8C-4501-92A5-88F39B7C30E0}" destId="{6E531EFD-D9DA-4FBE-B597-6AF936DF0541}" srcOrd="1" destOrd="2" presId="urn:microsoft.com/office/officeart/2005/8/layout/cycle4"/>
    <dgm:cxn modelId="{1D6BCF0F-19A4-40BF-93B2-D210CB0B5EE2}" srcId="{AB9BA643-9B54-494A-B867-C2B9DEA38316}" destId="{EF5E8DFC-A269-4634-B5DF-C694D151F5CC}" srcOrd="1" destOrd="0" parTransId="{3354B4CD-6123-4DC7-BEED-835CC2609AB7}" sibTransId="{EDF861CC-C853-4078-A19C-F0158DEF0FAE}"/>
    <dgm:cxn modelId="{D9D61D4C-FDAB-4EAB-9F66-52DA7D9EB99B}" type="presOf" srcId="{E1DD62D1-1393-4813-A977-0027313BCE9E}" destId="{7B9A8E61-C957-4414-B39D-946E64B5D89F}" srcOrd="0" destOrd="0" presId="urn:microsoft.com/office/officeart/2005/8/layout/cycle4"/>
    <dgm:cxn modelId="{DE25FAD0-B5F4-4907-BF52-9560FA6F96DE}" type="presOf" srcId="{1DDEA46B-2C44-4336-B213-49E6E5C3002F}" destId="{07DD9513-D9AA-4A72-890C-5E5B051FE84A}" srcOrd="0" destOrd="0" presId="urn:microsoft.com/office/officeart/2005/8/layout/cycle4"/>
    <dgm:cxn modelId="{8357653C-BAC1-4443-AF78-200CA0FCE90D}" srcId="{94F2928A-54EB-4A84-9255-A57CA609F026}" destId="{89116040-948A-472B-AA81-0D63559D70AF}" srcOrd="1" destOrd="0" parTransId="{8E853913-D1B9-4005-A10A-1C620F6A3685}" sibTransId="{6555ABA0-B5E0-4EE4-A1A0-73324F37C24F}"/>
    <dgm:cxn modelId="{68EBC49C-68A1-444A-93D8-FF8FF3AD77E5}" srcId="{94F2928A-54EB-4A84-9255-A57CA609F026}" destId="{9B4C9DBA-AC63-4D6B-9520-B1DAA9814C2E}" srcOrd="3" destOrd="0" parTransId="{309C4FF9-C8CF-4EDB-B4E5-90DBD9016125}" sibTransId="{57E1DAAE-BD58-4DB7-9DBE-E2B8D6D6BA6A}"/>
    <dgm:cxn modelId="{8698DE88-3F48-469C-8E62-C99BC6C8CDDC}" srcId="{EF5E8DFC-A269-4634-B5DF-C694D151F5CC}" destId="{903BBB62-FB8C-4501-92A5-88F39B7C30E0}" srcOrd="2" destOrd="0" parTransId="{F75810C3-92F8-43DC-ADF5-57539BBACB80}" sibTransId="{0DA2356C-EDC1-4B12-8581-A75D83B67F61}"/>
    <dgm:cxn modelId="{AD6B0F26-5A62-488D-BFA5-63EFCABD256D}" type="presOf" srcId="{117DF240-F95C-45EC-B090-FB4DECABDD59}" destId="{7B9A8E61-C957-4414-B39D-946E64B5D89F}" srcOrd="0" destOrd="2" presId="urn:microsoft.com/office/officeart/2005/8/layout/cycle4"/>
    <dgm:cxn modelId="{B36ED335-4D7A-456A-AE7A-3C44C3231DBB}" srcId="{94F2928A-54EB-4A84-9255-A57CA609F026}" destId="{BF210B6F-B96E-4BF4-BFDA-D02A0FB38BA7}" srcOrd="0" destOrd="0" parTransId="{68CC89B6-0EDE-4490-BEE8-CB44C1247D68}" sibTransId="{8EA76B91-9E8D-4E8B-931A-7D408AC307CE}"/>
    <dgm:cxn modelId="{0E410B50-B79C-4CB6-9C68-51230ABE3EB2}" type="presOf" srcId="{CEF3DE5D-6F92-453B-919C-F60FA72EEE64}" destId="{2D772A99-635A-4B42-9DCF-30B6BC2AF759}" srcOrd="1" destOrd="4" presId="urn:microsoft.com/office/officeart/2005/8/layout/cycle4"/>
    <dgm:cxn modelId="{25482C64-E8D2-4E55-9650-8C0195E2A51E}" srcId="{1DDEA46B-2C44-4336-B213-49E6E5C3002F}" destId="{D3090924-F21F-4A60-9672-163262C0716E}" srcOrd="1" destOrd="0" parTransId="{ADBCE292-65EE-4D40-AFE7-3EFB3D9E6630}" sibTransId="{A8733431-5C31-4F12-8C57-E1E2F94ADE31}"/>
    <dgm:cxn modelId="{498041B4-6268-4378-93AC-E68F18EA9493}" type="presOf" srcId="{2F15B566-F717-4343-9C63-93D28CDC1C5B}" destId="{5B69C130-DB0E-4A12-BA20-33DEF9E65CF0}" srcOrd="1" destOrd="0" presId="urn:microsoft.com/office/officeart/2005/8/layout/cycle4"/>
    <dgm:cxn modelId="{E8F6FDE8-610E-4D0D-8CF2-249CB8DDD3A8}" type="presOf" srcId="{265CCB16-6FB4-4EEB-993E-F903E194EE40}" destId="{6E531EFD-D9DA-4FBE-B597-6AF936DF0541}" srcOrd="1" destOrd="4" presId="urn:microsoft.com/office/officeart/2005/8/layout/cycle4"/>
    <dgm:cxn modelId="{9AAA9E32-6DE6-4287-ADC3-1FB7DF1FF46C}" type="presOf" srcId="{D3090924-F21F-4A60-9672-163262C0716E}" destId="{035947AC-A778-438F-8BF4-4D28CBBDF85C}" srcOrd="1" destOrd="1" presId="urn:microsoft.com/office/officeart/2005/8/layout/cycle4"/>
    <dgm:cxn modelId="{A0D0E049-8D88-4E11-B5D9-F784F74BCB69}" type="presOf" srcId="{2F15B566-F717-4343-9C63-93D28CDC1C5B}" destId="{E243F3EA-8463-44F5-A5A1-F728E1B85A4E}" srcOrd="0" destOrd="0" presId="urn:microsoft.com/office/officeart/2005/8/layout/cycle4"/>
    <dgm:cxn modelId="{DD77D6C1-C8F7-4239-BAB4-6CD958BEC363}" type="presOf" srcId="{94F2928A-54EB-4A84-9255-A57CA609F026}" destId="{91CBF0ED-3864-4FEE-ADD2-C67A28320F70}" srcOrd="0" destOrd="0" presId="urn:microsoft.com/office/officeart/2005/8/layout/cycle4"/>
    <dgm:cxn modelId="{C70DFBC8-0E52-47DC-ABB5-C74B0694AB6A}" srcId="{AB9BA643-9B54-494A-B867-C2B9DEA38316}" destId="{1DDEA46B-2C44-4336-B213-49E6E5C3002F}" srcOrd="3" destOrd="0" parTransId="{F220CBDD-BB40-40BF-AD3A-1275B1655E35}" sibTransId="{FEBB5AB9-F091-48EF-A7EE-A48B14997895}"/>
    <dgm:cxn modelId="{61F51BD9-E0F7-40EF-B715-D28D04ABA423}" type="presOf" srcId="{B3AAAB24-9FB0-4906-89AB-3D772873D43F}" destId="{C9E1DE86-F0DE-4753-81E5-0379A42E0280}" srcOrd="0" destOrd="1" presId="urn:microsoft.com/office/officeart/2005/8/layout/cycle4"/>
    <dgm:cxn modelId="{E5B73689-CF3A-4707-8CBC-7157EEF5082C}" srcId="{94F2928A-54EB-4A84-9255-A57CA609F026}" destId="{CEF3DE5D-6F92-453B-919C-F60FA72EEE64}" srcOrd="4" destOrd="0" parTransId="{C9CA187A-68F8-4D5E-98F7-8A3AA68A4E67}" sibTransId="{FFDD7B16-BA47-42C3-9F04-15F7D24A7471}"/>
    <dgm:cxn modelId="{87A4702D-B044-4CC9-9ABD-4B28E28ABCF3}" type="presOf" srcId="{117DF240-F95C-45EC-B090-FB4DECABDD59}" destId="{035947AC-A778-438F-8BF4-4D28CBBDF85C}" srcOrd="1" destOrd="2" presId="urn:microsoft.com/office/officeart/2005/8/layout/cycle4"/>
    <dgm:cxn modelId="{7FB4F767-AD7E-433E-9C68-428605EBB327}" type="presOf" srcId="{2DD56227-137F-42CA-B70D-00CB126A10EB}" destId="{3CB6D4FB-9967-433C-8561-96BBE10C8300}" srcOrd="0" destOrd="2" presId="urn:microsoft.com/office/officeart/2005/8/layout/cycle4"/>
    <dgm:cxn modelId="{F44A611B-01A9-4AF4-B0E7-8516190C281F}" type="presOf" srcId="{9B4C9DBA-AC63-4D6B-9520-B1DAA9814C2E}" destId="{3CB6D4FB-9967-433C-8561-96BBE10C8300}" srcOrd="0" destOrd="3" presId="urn:microsoft.com/office/officeart/2005/8/layout/cycle4"/>
    <dgm:cxn modelId="{351F9737-5929-4580-9412-6B7415D0C605}" type="presOf" srcId="{B3AAAB24-9FB0-4906-89AB-3D772873D43F}" destId="{6E531EFD-D9DA-4FBE-B597-6AF936DF0541}" srcOrd="1" destOrd="1" presId="urn:microsoft.com/office/officeart/2005/8/layout/cycle4"/>
    <dgm:cxn modelId="{B0D5901B-B742-4E86-BBAD-9849E2FB4FBD}" type="presOf" srcId="{BF210B6F-B96E-4BF4-BFDA-D02A0FB38BA7}" destId="{3CB6D4FB-9967-433C-8561-96BBE10C8300}" srcOrd="0" destOrd="0" presId="urn:microsoft.com/office/officeart/2005/8/layout/cycle4"/>
    <dgm:cxn modelId="{EA15A4C8-C6C1-4CF1-B185-BB3067ACB1BF}" type="presOf" srcId="{EB132467-FC01-4CE0-8346-3C37F929A489}" destId="{C9E1DE86-F0DE-4753-81E5-0379A42E0280}" srcOrd="0" destOrd="0" presId="urn:microsoft.com/office/officeart/2005/8/layout/cycle4"/>
    <dgm:cxn modelId="{065BF565-7492-4ABC-8B3D-B7E7870CD5B4}" srcId="{1DDEA46B-2C44-4336-B213-49E6E5C3002F}" destId="{E1DD62D1-1393-4813-A977-0027313BCE9E}" srcOrd="0" destOrd="0" parTransId="{EF0A8A87-A717-49FC-8229-205990FB70E0}" sibTransId="{C5861C1E-FF3E-44F7-BDAF-225DC64EC70B}"/>
    <dgm:cxn modelId="{B0C90B30-CF08-4C87-A3D1-7C9808BE79F6}" srcId="{EF5E8DFC-A269-4634-B5DF-C694D151F5CC}" destId="{265CCB16-6FB4-4EEB-993E-F903E194EE40}" srcOrd="4" destOrd="0" parTransId="{59BC1494-05B6-432C-8847-C71E4ED198A4}" sibTransId="{E9D6674F-5F97-4BC3-96F8-49E89F4FD5F9}"/>
    <dgm:cxn modelId="{89E56392-7176-491B-A288-0E3C654EA19D}" type="presOf" srcId="{903BBB62-FB8C-4501-92A5-88F39B7C30E0}" destId="{C9E1DE86-F0DE-4753-81E5-0379A42E0280}" srcOrd="0" destOrd="2" presId="urn:microsoft.com/office/officeart/2005/8/layout/cycle4"/>
    <dgm:cxn modelId="{50880562-97BB-4BDB-8EFF-00712BFFB6D4}" type="presOf" srcId="{E777F8AC-E3AB-4C22-89F2-303447FE7D84}" destId="{E243F3EA-8463-44F5-A5A1-F728E1B85A4E}" srcOrd="0" destOrd="1" presId="urn:microsoft.com/office/officeart/2005/8/layout/cycle4"/>
    <dgm:cxn modelId="{A7801913-A552-4AF0-AEBB-3EDAB110A269}" srcId="{1DDEA46B-2C44-4336-B213-49E6E5C3002F}" destId="{117DF240-F95C-45EC-B090-FB4DECABDD59}" srcOrd="2" destOrd="0" parTransId="{B6B8E239-0352-47F5-A0E7-9E73289C2EC4}" sibTransId="{57FDC2E0-B4A6-4F55-B49F-3F28992B6942}"/>
    <dgm:cxn modelId="{17ACD36B-1FBF-4DE7-BB65-21AE1AB4BFB7}" type="presOf" srcId="{D3090924-F21F-4A60-9672-163262C0716E}" destId="{7B9A8E61-C957-4414-B39D-946E64B5D89F}" srcOrd="0" destOrd="1" presId="urn:microsoft.com/office/officeart/2005/8/layout/cycle4"/>
    <dgm:cxn modelId="{29C70E56-2D32-47D1-A4A6-AF382E6AC1A8}" srcId="{AB9BA643-9B54-494A-B867-C2B9DEA38316}" destId="{94F2928A-54EB-4A84-9255-A57CA609F026}" srcOrd="0" destOrd="0" parTransId="{C5959A36-2AD3-4FE4-B5D5-8FC0B3D25AE7}" sibTransId="{2C3C6799-FF3A-4A90-8C7D-DEFB61054F63}"/>
    <dgm:cxn modelId="{749BC8FB-2013-45BD-A8AB-4779A2BE02E1}" srcId="{1DDEA46B-2C44-4336-B213-49E6E5C3002F}" destId="{5A0CB78F-55AE-4121-A4CF-9667FEC9F77C}" srcOrd="3" destOrd="0" parTransId="{5FF7331F-4A4B-4709-B228-EB01715A749F}" sibTransId="{1B8C7959-590F-453D-86B2-7F7B467975E5}"/>
    <dgm:cxn modelId="{62FA028D-8E3E-409F-B84A-326D07B1AF7E}" type="presOf" srcId="{EB132467-FC01-4CE0-8346-3C37F929A489}" destId="{6E531EFD-D9DA-4FBE-B597-6AF936DF0541}" srcOrd="1" destOrd="0" presId="urn:microsoft.com/office/officeart/2005/8/layout/cycle4"/>
    <dgm:cxn modelId="{F61BA91F-12C3-4CAE-BA50-23D683E8539C}" srcId="{94F2928A-54EB-4A84-9255-A57CA609F026}" destId="{2DD56227-137F-42CA-B70D-00CB126A10EB}" srcOrd="2" destOrd="0" parTransId="{3703D251-BE51-4810-BE1F-B76849D039F7}" sibTransId="{DDE2CAAC-F407-404D-876D-ED96DDA121C2}"/>
    <dgm:cxn modelId="{FA1B687D-91A4-49B4-AA8E-83EF64CAB709}" type="presOf" srcId="{4448B383-B121-4E4D-8BFE-101613FDA847}" destId="{C9E1DE86-F0DE-4753-81E5-0379A42E0280}" srcOrd="0" destOrd="3" presId="urn:microsoft.com/office/officeart/2005/8/layout/cycle4"/>
    <dgm:cxn modelId="{EAFF6865-D01A-4AED-AF5C-5B0233C67F3A}" type="presOf" srcId="{E1DD62D1-1393-4813-A977-0027313BCE9E}" destId="{035947AC-A778-438F-8BF4-4D28CBBDF85C}" srcOrd="1" destOrd="0" presId="urn:microsoft.com/office/officeart/2005/8/layout/cycle4"/>
    <dgm:cxn modelId="{4C01EC3B-DE02-45F3-A301-EC9FAA4E6C11}" srcId="{EF5E8DFC-A269-4634-B5DF-C694D151F5CC}" destId="{8D6E52DF-37E6-4AAA-8466-52A83B77892C}" srcOrd="5" destOrd="0" parTransId="{CA91AC24-9B3A-4FBD-9DBE-5666A8BE4D02}" sibTransId="{099786B5-8856-4ADC-B5D2-D1BAC9C8F42B}"/>
    <dgm:cxn modelId="{1DD5B098-C640-482F-BC56-97DB860DA583}" type="presOf" srcId="{89116040-948A-472B-AA81-0D63559D70AF}" destId="{2D772A99-635A-4B42-9DCF-30B6BC2AF759}" srcOrd="1" destOrd="1" presId="urn:microsoft.com/office/officeart/2005/8/layout/cycle4"/>
    <dgm:cxn modelId="{C4D7ACFC-AEF1-48A0-B867-0CB79D232639}" srcId="{EF5E8DFC-A269-4634-B5DF-C694D151F5CC}" destId="{EB132467-FC01-4CE0-8346-3C37F929A489}" srcOrd="0" destOrd="0" parTransId="{735825EB-100C-4885-BBB5-E54A1960F902}" sibTransId="{F8E1CFAD-498A-4144-8C6F-084F3A1F8DCC}"/>
    <dgm:cxn modelId="{FA70D0E1-FC77-4D30-A61F-B2BA0977E480}" srcId="{F516517A-0256-4906-A091-BEBA38329131}" destId="{2F15B566-F717-4343-9C63-93D28CDC1C5B}" srcOrd="0" destOrd="0" parTransId="{E5EAED8F-D7E6-4AF3-B2B3-BFF47F666651}" sibTransId="{B9E80864-E6F7-4368-9394-712D3FB41A2F}"/>
    <dgm:cxn modelId="{F20401E4-82F1-4033-AA58-CD3B113AE75D}" type="presOf" srcId="{CEF3DE5D-6F92-453B-919C-F60FA72EEE64}" destId="{3CB6D4FB-9967-433C-8561-96BBE10C8300}" srcOrd="0" destOrd="4" presId="urn:microsoft.com/office/officeart/2005/8/layout/cycle4"/>
    <dgm:cxn modelId="{6DE45B04-E45A-44FB-857D-C3609057FE92}" type="presParOf" srcId="{666CBC8B-2FA9-4104-AE23-E031A0684BDC}" destId="{E4711AD7-9E5D-474B-9A46-54D5919F37F4}" srcOrd="0" destOrd="0" presId="urn:microsoft.com/office/officeart/2005/8/layout/cycle4"/>
    <dgm:cxn modelId="{1485829F-2AC6-492A-AE81-EF01F0490A9D}" type="presParOf" srcId="{E4711AD7-9E5D-474B-9A46-54D5919F37F4}" destId="{62630846-C757-47D3-92A5-E708A9CE898D}" srcOrd="0" destOrd="0" presId="urn:microsoft.com/office/officeart/2005/8/layout/cycle4"/>
    <dgm:cxn modelId="{4D5DA070-44B2-4031-B052-F8F4E7965652}" type="presParOf" srcId="{62630846-C757-47D3-92A5-E708A9CE898D}" destId="{3CB6D4FB-9967-433C-8561-96BBE10C8300}" srcOrd="0" destOrd="0" presId="urn:microsoft.com/office/officeart/2005/8/layout/cycle4"/>
    <dgm:cxn modelId="{B9059527-588B-4B80-8434-40870636D515}" type="presParOf" srcId="{62630846-C757-47D3-92A5-E708A9CE898D}" destId="{2D772A99-635A-4B42-9DCF-30B6BC2AF759}" srcOrd="1" destOrd="0" presId="urn:microsoft.com/office/officeart/2005/8/layout/cycle4"/>
    <dgm:cxn modelId="{61A5CA83-38FF-44C1-A9F7-38F6F2836D34}" type="presParOf" srcId="{E4711AD7-9E5D-474B-9A46-54D5919F37F4}" destId="{FC1F5DBC-B4DD-4F09-9D2E-23036E7DFEC1}" srcOrd="1" destOrd="0" presId="urn:microsoft.com/office/officeart/2005/8/layout/cycle4"/>
    <dgm:cxn modelId="{2FA837E6-538F-4465-89AD-DB3BDE9949B3}" type="presParOf" srcId="{FC1F5DBC-B4DD-4F09-9D2E-23036E7DFEC1}" destId="{C9E1DE86-F0DE-4753-81E5-0379A42E0280}" srcOrd="0" destOrd="0" presId="urn:microsoft.com/office/officeart/2005/8/layout/cycle4"/>
    <dgm:cxn modelId="{DB0488E6-0FF6-4CE2-8F00-6674C499C704}" type="presParOf" srcId="{FC1F5DBC-B4DD-4F09-9D2E-23036E7DFEC1}" destId="{6E531EFD-D9DA-4FBE-B597-6AF936DF0541}" srcOrd="1" destOrd="0" presId="urn:microsoft.com/office/officeart/2005/8/layout/cycle4"/>
    <dgm:cxn modelId="{52AFDE6C-5145-46AA-A5C6-1F1F1FEA24AC}" type="presParOf" srcId="{E4711AD7-9E5D-474B-9A46-54D5919F37F4}" destId="{E96C9B01-AE42-44A3-9C0C-99BFCEBA880A}" srcOrd="2" destOrd="0" presId="urn:microsoft.com/office/officeart/2005/8/layout/cycle4"/>
    <dgm:cxn modelId="{D6ED5265-773E-431E-AAE6-89D868DEC4E1}" type="presParOf" srcId="{E96C9B01-AE42-44A3-9C0C-99BFCEBA880A}" destId="{E243F3EA-8463-44F5-A5A1-F728E1B85A4E}" srcOrd="0" destOrd="0" presId="urn:microsoft.com/office/officeart/2005/8/layout/cycle4"/>
    <dgm:cxn modelId="{8460CF26-69AF-4030-98C7-5954029A69B8}" type="presParOf" srcId="{E96C9B01-AE42-44A3-9C0C-99BFCEBA880A}" destId="{5B69C130-DB0E-4A12-BA20-33DEF9E65CF0}" srcOrd="1" destOrd="0" presId="urn:microsoft.com/office/officeart/2005/8/layout/cycle4"/>
    <dgm:cxn modelId="{6DFF0EF0-C10E-4C39-9C87-BAA5033D72E4}" type="presParOf" srcId="{E4711AD7-9E5D-474B-9A46-54D5919F37F4}" destId="{8B83C610-93E3-4A33-884B-F10C84B04F26}" srcOrd="3" destOrd="0" presId="urn:microsoft.com/office/officeart/2005/8/layout/cycle4"/>
    <dgm:cxn modelId="{12B56AB9-DA55-4971-B9B4-90900A8DD2B5}" type="presParOf" srcId="{8B83C610-93E3-4A33-884B-F10C84B04F26}" destId="{7B9A8E61-C957-4414-B39D-946E64B5D89F}" srcOrd="0" destOrd="0" presId="urn:microsoft.com/office/officeart/2005/8/layout/cycle4"/>
    <dgm:cxn modelId="{6F253E2A-BFF8-4C9C-B060-0F61DAC75DAB}" type="presParOf" srcId="{8B83C610-93E3-4A33-884B-F10C84B04F26}" destId="{035947AC-A778-438F-8BF4-4D28CBBDF85C}" srcOrd="1" destOrd="0" presId="urn:microsoft.com/office/officeart/2005/8/layout/cycle4"/>
    <dgm:cxn modelId="{8AA26A2B-47B5-48FF-A495-8D679D86B442}" type="presParOf" srcId="{E4711AD7-9E5D-474B-9A46-54D5919F37F4}" destId="{BE35C84C-0994-4D65-B795-039120B1B325}" srcOrd="4" destOrd="0" presId="urn:microsoft.com/office/officeart/2005/8/layout/cycle4"/>
    <dgm:cxn modelId="{3B97F6C4-9A3A-465F-A0CA-29FC5524CE59}" type="presParOf" srcId="{666CBC8B-2FA9-4104-AE23-E031A0684BDC}" destId="{45CDD367-E73F-41D9-8418-B889F8BB83EB}" srcOrd="1" destOrd="0" presId="urn:microsoft.com/office/officeart/2005/8/layout/cycle4"/>
    <dgm:cxn modelId="{9EC644B9-ED1D-41D2-B804-8BBB177D61AE}" type="presParOf" srcId="{45CDD367-E73F-41D9-8418-B889F8BB83EB}" destId="{91CBF0ED-3864-4FEE-ADD2-C67A28320F70}" srcOrd="0" destOrd="0" presId="urn:microsoft.com/office/officeart/2005/8/layout/cycle4"/>
    <dgm:cxn modelId="{2C644F95-C765-4DB6-AE90-36056CA2E199}" type="presParOf" srcId="{45CDD367-E73F-41D9-8418-B889F8BB83EB}" destId="{B2C9D8BC-AB62-4646-9536-1ACEBFFC4831}" srcOrd="1" destOrd="0" presId="urn:microsoft.com/office/officeart/2005/8/layout/cycle4"/>
    <dgm:cxn modelId="{95346B5C-5BC1-4AA7-A18C-CAC010712E05}" type="presParOf" srcId="{45CDD367-E73F-41D9-8418-B889F8BB83EB}" destId="{4EF5FA65-3678-4786-BB52-F1D01FCE1F5F}" srcOrd="2" destOrd="0" presId="urn:microsoft.com/office/officeart/2005/8/layout/cycle4"/>
    <dgm:cxn modelId="{3F19293F-9D33-4BED-974C-57480B9112FB}" type="presParOf" srcId="{45CDD367-E73F-41D9-8418-B889F8BB83EB}" destId="{07DD9513-D9AA-4A72-890C-5E5B051FE84A}" srcOrd="3" destOrd="0" presId="urn:microsoft.com/office/officeart/2005/8/layout/cycle4"/>
    <dgm:cxn modelId="{30D1D59B-048E-4876-B636-DB6684D59746}" type="presParOf" srcId="{45CDD367-E73F-41D9-8418-B889F8BB83EB}" destId="{59A6C78B-26BF-425D-99C8-841A616088D2}" srcOrd="4" destOrd="0" presId="urn:microsoft.com/office/officeart/2005/8/layout/cycle4"/>
    <dgm:cxn modelId="{95BD279A-1D19-4FF8-8BAD-1EFBC06ED4A6}" type="presParOf" srcId="{666CBC8B-2FA9-4104-AE23-E031A0684BDC}" destId="{E5A512FC-5D92-42E0-BD73-64898CC55225}" srcOrd="2" destOrd="0" presId="urn:microsoft.com/office/officeart/2005/8/layout/cycle4"/>
    <dgm:cxn modelId="{B4AAA264-1C89-47B7-970B-530073A78394}" type="presParOf" srcId="{666CBC8B-2FA9-4104-AE23-E031A0684BDC}" destId="{2E5A2964-ADF8-4066-9091-E9D2CB295912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71F847-FF24-440D-BFB8-7EAEA485BC59}" type="doc">
      <dgm:prSet loTypeId="urn:microsoft.com/office/officeart/2005/8/layout/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0582DE-3224-4B3A-8C98-778D7909B547}">
      <dgm:prSet phldrT="[Text]"/>
      <dgm:spPr/>
      <dgm:t>
        <a:bodyPr/>
        <a:lstStyle/>
        <a:p>
          <a:r>
            <a:rPr lang="en-US" dirty="0" smtClean="0"/>
            <a:t>Key Insights</a:t>
          </a:r>
          <a:endParaRPr lang="en-US" dirty="0"/>
        </a:p>
      </dgm:t>
    </dgm:pt>
    <dgm:pt modelId="{5021582D-FCF5-401B-AB5A-5DBA94BEC0C2}" type="parTrans" cxnId="{8ADDBB49-021C-43DB-85EA-E2AD04FE56EE}">
      <dgm:prSet/>
      <dgm:spPr/>
      <dgm:t>
        <a:bodyPr/>
        <a:lstStyle/>
        <a:p>
          <a:endParaRPr lang="en-US"/>
        </a:p>
      </dgm:t>
    </dgm:pt>
    <dgm:pt modelId="{17E74AA4-504D-477E-93BB-C69BADEBCE9B}" type="sibTrans" cxnId="{8ADDBB49-021C-43DB-85EA-E2AD04FE56EE}">
      <dgm:prSet/>
      <dgm:spPr/>
      <dgm:t>
        <a:bodyPr/>
        <a:lstStyle/>
        <a:p>
          <a:endParaRPr lang="en-US"/>
        </a:p>
      </dgm:t>
    </dgm:pt>
    <dgm:pt modelId="{25CAD5AB-39F2-4FF3-9DC3-BF38389A3212}">
      <dgm:prSet phldrT="[Text]"/>
      <dgm:spPr/>
      <dgm:t>
        <a:bodyPr/>
        <a:lstStyle/>
        <a:p>
          <a:r>
            <a:rPr lang="en-US" dirty="0" smtClean="0"/>
            <a:t>Benefits of Project</a:t>
          </a:r>
          <a:endParaRPr lang="en-US" dirty="0"/>
        </a:p>
      </dgm:t>
    </dgm:pt>
    <dgm:pt modelId="{50C341B4-60C6-4A2C-B290-9755710318C4}" type="parTrans" cxnId="{EF453218-AFA3-414C-93DE-28501E878074}">
      <dgm:prSet/>
      <dgm:spPr/>
      <dgm:t>
        <a:bodyPr/>
        <a:lstStyle/>
        <a:p>
          <a:endParaRPr lang="en-US"/>
        </a:p>
      </dgm:t>
    </dgm:pt>
    <dgm:pt modelId="{C73DF436-3F64-4A88-829D-58D00DD46A8B}" type="sibTrans" cxnId="{EF453218-AFA3-414C-93DE-28501E878074}">
      <dgm:prSet/>
      <dgm:spPr/>
      <dgm:t>
        <a:bodyPr/>
        <a:lstStyle/>
        <a:p>
          <a:endParaRPr lang="en-US"/>
        </a:p>
      </dgm:t>
    </dgm:pt>
    <dgm:pt modelId="{63842795-3A33-4787-A769-EDE55798CFCB}">
      <dgm:prSet phldrT="[Text]" custT="1"/>
      <dgm:spPr/>
      <dgm:t>
        <a:bodyPr/>
        <a:lstStyle/>
        <a:p>
          <a:r>
            <a:rPr lang="en-US" sz="1100" dirty="0" smtClean="0"/>
            <a:t>Fasted business reporting</a:t>
          </a:r>
          <a:endParaRPr lang="en-US" sz="1100" dirty="0"/>
        </a:p>
      </dgm:t>
    </dgm:pt>
    <dgm:pt modelId="{4488DF95-5B7B-44B3-ACA9-3FA4CED2AC97}" type="parTrans" cxnId="{F2C28B79-3C13-4F1B-A67C-2C7F3683911E}">
      <dgm:prSet/>
      <dgm:spPr/>
      <dgm:t>
        <a:bodyPr/>
        <a:lstStyle/>
        <a:p>
          <a:endParaRPr lang="en-US"/>
        </a:p>
      </dgm:t>
    </dgm:pt>
    <dgm:pt modelId="{F97B8422-8105-4450-91FF-73298E1C2E9A}" type="sibTrans" cxnId="{F2C28B79-3C13-4F1B-A67C-2C7F3683911E}">
      <dgm:prSet/>
      <dgm:spPr/>
      <dgm:t>
        <a:bodyPr/>
        <a:lstStyle/>
        <a:p>
          <a:endParaRPr lang="en-US"/>
        </a:p>
      </dgm:t>
    </dgm:pt>
    <dgm:pt modelId="{BAC89A3C-4140-4027-BDF3-8E9329657755}">
      <dgm:prSet phldrT="[Text]" custT="1"/>
      <dgm:spPr/>
      <dgm:t>
        <a:bodyPr/>
        <a:lstStyle/>
        <a:p>
          <a:r>
            <a:rPr lang="en-US" sz="1100" dirty="0" smtClean="0"/>
            <a:t>Better marketing reporting</a:t>
          </a:r>
          <a:endParaRPr lang="en-US" sz="1100" dirty="0"/>
        </a:p>
      </dgm:t>
    </dgm:pt>
    <dgm:pt modelId="{9B730842-E34E-4196-8700-9DBB18AA115D}" type="parTrans" cxnId="{2622C38B-BDB1-41D4-832A-C9DB86F65E1E}">
      <dgm:prSet/>
      <dgm:spPr/>
      <dgm:t>
        <a:bodyPr/>
        <a:lstStyle/>
        <a:p>
          <a:endParaRPr lang="en-US"/>
        </a:p>
      </dgm:t>
    </dgm:pt>
    <dgm:pt modelId="{9F777D8C-5E00-4ABA-AE5D-C9F0682D5B36}" type="sibTrans" cxnId="{2622C38B-BDB1-41D4-832A-C9DB86F65E1E}">
      <dgm:prSet/>
      <dgm:spPr/>
      <dgm:t>
        <a:bodyPr/>
        <a:lstStyle/>
        <a:p>
          <a:endParaRPr lang="en-US"/>
        </a:p>
      </dgm:t>
    </dgm:pt>
    <dgm:pt modelId="{BCEEC89B-382C-4DDC-9E68-989797E97E99}">
      <dgm:prSet phldrT="[Text]" custT="1"/>
      <dgm:spPr/>
      <dgm:t>
        <a:bodyPr/>
        <a:lstStyle/>
        <a:p>
          <a:r>
            <a:rPr lang="en-US" sz="1100" dirty="0" smtClean="0"/>
            <a:t>Identify top performing product based  on revenue.</a:t>
          </a:r>
          <a:endParaRPr lang="en-US" sz="1100" dirty="0"/>
        </a:p>
      </dgm:t>
    </dgm:pt>
    <dgm:pt modelId="{F8F5FA35-7ED8-48A3-8DEF-8C3D259E7FCD}" type="sibTrans" cxnId="{270242EB-4C2E-49B8-8090-EA781FB001A6}">
      <dgm:prSet/>
      <dgm:spPr/>
      <dgm:t>
        <a:bodyPr/>
        <a:lstStyle/>
        <a:p>
          <a:endParaRPr lang="en-US"/>
        </a:p>
      </dgm:t>
    </dgm:pt>
    <dgm:pt modelId="{D54B71E1-445B-466C-A1D5-0CBD9BCAC949}" type="parTrans" cxnId="{270242EB-4C2E-49B8-8090-EA781FB001A6}">
      <dgm:prSet/>
      <dgm:spPr/>
      <dgm:t>
        <a:bodyPr/>
        <a:lstStyle/>
        <a:p>
          <a:endParaRPr lang="en-US"/>
        </a:p>
      </dgm:t>
    </dgm:pt>
    <dgm:pt modelId="{677A45B7-DF67-4E92-AEE3-55982E77203D}">
      <dgm:prSet phldrT="[Text]" custT="1"/>
      <dgm:spPr/>
      <dgm:t>
        <a:bodyPr/>
        <a:lstStyle/>
        <a:p>
          <a:r>
            <a:rPr lang="en-US" sz="1100" dirty="0" smtClean="0"/>
            <a:t>Analyzed customer purchasing trends</a:t>
          </a:r>
          <a:endParaRPr lang="en-US" sz="1100" dirty="0"/>
        </a:p>
      </dgm:t>
    </dgm:pt>
    <dgm:pt modelId="{6892E7DF-FD2A-4789-9725-D95E029CE661}" type="parTrans" cxnId="{D1CAB055-BCBC-4888-B35E-96121C293F95}">
      <dgm:prSet/>
      <dgm:spPr/>
      <dgm:t>
        <a:bodyPr/>
        <a:lstStyle/>
        <a:p>
          <a:endParaRPr lang="en-US"/>
        </a:p>
      </dgm:t>
    </dgm:pt>
    <dgm:pt modelId="{78BA095A-8F1F-4DE2-ABB3-1B57302C9AC3}" type="sibTrans" cxnId="{D1CAB055-BCBC-4888-B35E-96121C293F95}">
      <dgm:prSet/>
      <dgm:spPr/>
      <dgm:t>
        <a:bodyPr/>
        <a:lstStyle/>
        <a:p>
          <a:endParaRPr lang="en-US"/>
        </a:p>
      </dgm:t>
    </dgm:pt>
    <dgm:pt modelId="{23A21E61-9069-4A5F-A81D-4DB2C514274A}">
      <dgm:prSet phldrT="[Text]" custT="1"/>
      <dgm:spPr/>
      <dgm:t>
        <a:bodyPr/>
        <a:lstStyle/>
        <a:p>
          <a:r>
            <a:rPr lang="en-US" sz="1100" dirty="0" smtClean="0"/>
            <a:t>Measured Digital Campaign effectiveness</a:t>
          </a:r>
          <a:endParaRPr lang="en-US" sz="1100" dirty="0"/>
        </a:p>
      </dgm:t>
    </dgm:pt>
    <dgm:pt modelId="{32B0771F-BC00-4956-B663-9DAE995C1DEF}" type="parTrans" cxnId="{927AB0EC-FFDE-445B-93D5-60BE64D7BFAB}">
      <dgm:prSet/>
      <dgm:spPr/>
      <dgm:t>
        <a:bodyPr/>
        <a:lstStyle/>
        <a:p>
          <a:endParaRPr lang="en-US"/>
        </a:p>
      </dgm:t>
    </dgm:pt>
    <dgm:pt modelId="{215B0004-CD59-4DBC-9E45-F0E4548AAF50}" type="sibTrans" cxnId="{927AB0EC-FFDE-445B-93D5-60BE64D7BFAB}">
      <dgm:prSet/>
      <dgm:spPr/>
      <dgm:t>
        <a:bodyPr/>
        <a:lstStyle/>
        <a:p>
          <a:endParaRPr lang="en-US"/>
        </a:p>
      </dgm:t>
    </dgm:pt>
    <dgm:pt modelId="{711A2313-C0A7-4FEA-B6FD-9629852BAA3F}">
      <dgm:prSet phldrT="[Text]" custT="1"/>
      <dgm:spPr/>
      <dgm:t>
        <a:bodyPr/>
        <a:lstStyle/>
        <a:p>
          <a:r>
            <a:rPr lang="en-US" sz="1100" dirty="0" smtClean="0"/>
            <a:t>Compare comparison rates across countries</a:t>
          </a:r>
          <a:endParaRPr lang="en-US" sz="1100" dirty="0"/>
        </a:p>
      </dgm:t>
    </dgm:pt>
    <dgm:pt modelId="{E198B08D-6717-410E-8177-9D2B001AE028}" type="parTrans" cxnId="{00661CFC-E933-4315-A45E-E58D390E8C81}">
      <dgm:prSet/>
      <dgm:spPr/>
      <dgm:t>
        <a:bodyPr/>
        <a:lstStyle/>
        <a:p>
          <a:endParaRPr lang="en-US"/>
        </a:p>
      </dgm:t>
    </dgm:pt>
    <dgm:pt modelId="{E09FD8A9-A0F0-45C6-8596-DBE7EB513B73}" type="sibTrans" cxnId="{00661CFC-E933-4315-A45E-E58D390E8C81}">
      <dgm:prSet/>
      <dgm:spPr/>
      <dgm:t>
        <a:bodyPr/>
        <a:lstStyle/>
        <a:p>
          <a:endParaRPr lang="en-US"/>
        </a:p>
      </dgm:t>
    </dgm:pt>
    <dgm:pt modelId="{426B1412-2B00-4AB3-BEE4-938BF478008A}">
      <dgm:prSet phldrT="[Text]" custT="1"/>
      <dgm:spPr/>
      <dgm:t>
        <a:bodyPr/>
        <a:lstStyle/>
        <a:p>
          <a:r>
            <a:rPr lang="en-US" sz="1100" dirty="0" smtClean="0"/>
            <a:t>Generate revenue percentile analysis </a:t>
          </a:r>
          <a:endParaRPr lang="en-US" sz="1100" dirty="0"/>
        </a:p>
      </dgm:t>
    </dgm:pt>
    <dgm:pt modelId="{67510C5E-B9F5-41FF-ADE3-237204DB092D}" type="parTrans" cxnId="{8A8BFC82-134C-41AC-8168-92E678DB8B2E}">
      <dgm:prSet/>
      <dgm:spPr/>
      <dgm:t>
        <a:bodyPr/>
        <a:lstStyle/>
        <a:p>
          <a:endParaRPr lang="en-US"/>
        </a:p>
      </dgm:t>
    </dgm:pt>
    <dgm:pt modelId="{94999837-F330-4239-8D73-1BE41FEBFDA6}" type="sibTrans" cxnId="{8A8BFC82-134C-41AC-8168-92E678DB8B2E}">
      <dgm:prSet/>
      <dgm:spPr/>
      <dgm:t>
        <a:bodyPr/>
        <a:lstStyle/>
        <a:p>
          <a:endParaRPr lang="en-US"/>
        </a:p>
      </dgm:t>
    </dgm:pt>
    <dgm:pt modelId="{9E97CBB6-303E-4049-BC0B-7AB304119AE5}">
      <dgm:prSet phldrT="[Text]" custT="1"/>
      <dgm:spPr/>
      <dgm:t>
        <a:bodyPr/>
        <a:lstStyle/>
        <a:p>
          <a:r>
            <a:rPr lang="en-US" sz="1100" dirty="0" smtClean="0"/>
            <a:t>Improve sales analysis</a:t>
          </a:r>
          <a:endParaRPr lang="en-US" sz="1100" dirty="0"/>
        </a:p>
      </dgm:t>
    </dgm:pt>
    <dgm:pt modelId="{D9061897-8CCC-4DAD-A36E-90229AAF5F58}" type="parTrans" cxnId="{AB1E8C8B-03B6-4DE3-8F8C-57CE43AF831B}">
      <dgm:prSet/>
      <dgm:spPr/>
      <dgm:t>
        <a:bodyPr/>
        <a:lstStyle/>
        <a:p>
          <a:endParaRPr lang="en-US"/>
        </a:p>
      </dgm:t>
    </dgm:pt>
    <dgm:pt modelId="{0A7C08BA-0EFA-4F75-A200-8B6863F3244F}" type="sibTrans" cxnId="{AB1E8C8B-03B6-4DE3-8F8C-57CE43AF831B}">
      <dgm:prSet/>
      <dgm:spPr/>
      <dgm:t>
        <a:bodyPr/>
        <a:lstStyle/>
        <a:p>
          <a:endParaRPr lang="en-US"/>
        </a:p>
      </dgm:t>
    </dgm:pt>
    <dgm:pt modelId="{0BB33EED-E80D-4497-ADBD-B749854DE023}">
      <dgm:prSet phldrT="[Text]" custT="1"/>
      <dgm:spPr/>
      <dgm:t>
        <a:bodyPr/>
        <a:lstStyle/>
        <a:p>
          <a:r>
            <a:rPr lang="en-US" sz="1100" dirty="0" smtClean="0"/>
            <a:t>Optimized database performance</a:t>
          </a:r>
          <a:endParaRPr lang="en-US" sz="1100" dirty="0"/>
        </a:p>
      </dgm:t>
    </dgm:pt>
    <dgm:pt modelId="{A36F7F3F-3815-422A-B046-62BA20F30ED2}" type="parTrans" cxnId="{49D7F11D-5E3F-480F-971A-DBDCB9BD8AC0}">
      <dgm:prSet/>
      <dgm:spPr/>
      <dgm:t>
        <a:bodyPr/>
        <a:lstStyle/>
        <a:p>
          <a:endParaRPr lang="en-US"/>
        </a:p>
      </dgm:t>
    </dgm:pt>
    <dgm:pt modelId="{84884FE8-FBE1-419E-88DC-87E3CFB8A7AB}" type="sibTrans" cxnId="{49D7F11D-5E3F-480F-971A-DBDCB9BD8AC0}">
      <dgm:prSet/>
      <dgm:spPr/>
      <dgm:t>
        <a:bodyPr/>
        <a:lstStyle/>
        <a:p>
          <a:endParaRPr lang="en-US"/>
        </a:p>
      </dgm:t>
    </dgm:pt>
    <dgm:pt modelId="{8D32FA0E-54BB-48C3-B0A2-EFD0C85664E0}">
      <dgm:prSet phldrT="[Text]" custT="1"/>
      <dgm:spPr/>
      <dgm:t>
        <a:bodyPr/>
        <a:lstStyle/>
        <a:p>
          <a:r>
            <a:rPr lang="en-US" sz="1100" dirty="0" smtClean="0"/>
            <a:t>Real time analysis reports</a:t>
          </a:r>
          <a:endParaRPr lang="en-US" sz="1100" dirty="0"/>
        </a:p>
      </dgm:t>
    </dgm:pt>
    <dgm:pt modelId="{D0808C78-BAEF-4561-82E1-450E35A8E88E}" type="parTrans" cxnId="{BA6FC193-4E4D-4618-BAA9-A255C55706D1}">
      <dgm:prSet/>
      <dgm:spPr/>
      <dgm:t>
        <a:bodyPr/>
        <a:lstStyle/>
        <a:p>
          <a:endParaRPr lang="en-US"/>
        </a:p>
      </dgm:t>
    </dgm:pt>
    <dgm:pt modelId="{4527270A-60ED-40B5-9181-1102009637AB}" type="sibTrans" cxnId="{BA6FC193-4E4D-4618-BAA9-A255C55706D1}">
      <dgm:prSet/>
      <dgm:spPr/>
      <dgm:t>
        <a:bodyPr/>
        <a:lstStyle/>
        <a:p>
          <a:endParaRPr lang="en-US"/>
        </a:p>
      </dgm:t>
    </dgm:pt>
    <dgm:pt modelId="{D3373D6E-F8D9-40EA-8FB2-53BEE40018AA}">
      <dgm:prSet phldrT="[Text]"/>
      <dgm:spPr/>
      <dgm:t>
        <a:bodyPr/>
        <a:lstStyle/>
        <a:p>
          <a:r>
            <a:rPr lang="en-US" dirty="0" smtClean="0"/>
            <a:t>Conclusion</a:t>
          </a:r>
          <a:endParaRPr lang="en-US" dirty="0"/>
        </a:p>
      </dgm:t>
    </dgm:pt>
    <dgm:pt modelId="{2200168A-0C34-4E34-85E7-288F7A816B31}" type="parTrans" cxnId="{C9C8C8F3-3C19-465B-B2E7-2E235A6F09F7}">
      <dgm:prSet/>
      <dgm:spPr/>
      <dgm:t>
        <a:bodyPr/>
        <a:lstStyle/>
        <a:p>
          <a:endParaRPr lang="en-US"/>
        </a:p>
      </dgm:t>
    </dgm:pt>
    <dgm:pt modelId="{41B66DF3-01D5-4D69-A601-D86A021A827E}" type="sibTrans" cxnId="{C9C8C8F3-3C19-465B-B2E7-2E235A6F09F7}">
      <dgm:prSet/>
      <dgm:spPr/>
      <dgm:t>
        <a:bodyPr/>
        <a:lstStyle/>
        <a:p>
          <a:endParaRPr lang="en-US"/>
        </a:p>
      </dgm:t>
    </dgm:pt>
    <dgm:pt modelId="{2BDB44DE-83A8-4483-A474-D8A3D92ECA76}">
      <dgm:prSet custT="1"/>
      <dgm:spPr/>
      <dgm:t>
        <a:bodyPr/>
        <a:lstStyle/>
        <a:p>
          <a:r>
            <a:rPr lang="en-US" sz="1100" dirty="0" smtClean="0"/>
            <a:t>This Project Demonstrates how SQL &amp; </a:t>
          </a:r>
          <a:r>
            <a:rPr lang="en-US" sz="1100" dirty="0" err="1" smtClean="0"/>
            <a:t>PostagreSQL</a:t>
          </a:r>
          <a:r>
            <a:rPr lang="en-US" sz="1100" dirty="0" smtClean="0"/>
            <a:t> can be used for advanced sales analytics and performance optimization, using window functions, ranking method, &amp; materialized view, business can efficiently analyze large datasets and improving decision making  process.</a:t>
          </a:r>
          <a:endParaRPr lang="en-US" sz="1100" dirty="0"/>
        </a:p>
      </dgm:t>
    </dgm:pt>
    <dgm:pt modelId="{9269E51B-0F96-4313-876F-CA36406410C7}" type="parTrans" cxnId="{E59EB0DE-2732-40AC-8BEB-F7C69C3BD4A9}">
      <dgm:prSet/>
      <dgm:spPr/>
      <dgm:t>
        <a:bodyPr/>
        <a:lstStyle/>
        <a:p>
          <a:endParaRPr lang="en-US"/>
        </a:p>
      </dgm:t>
    </dgm:pt>
    <dgm:pt modelId="{6A55A9FC-E78A-4CCC-A9C0-FCB8D18B526C}" type="sibTrans" cxnId="{E59EB0DE-2732-40AC-8BEB-F7C69C3BD4A9}">
      <dgm:prSet/>
      <dgm:spPr/>
      <dgm:t>
        <a:bodyPr/>
        <a:lstStyle/>
        <a:p>
          <a:endParaRPr lang="en-US"/>
        </a:p>
      </dgm:t>
    </dgm:pt>
    <dgm:pt modelId="{6B6FCECE-39B6-4E47-A8FC-A63222D1B9DC}">
      <dgm:prSet custT="1"/>
      <dgm:spPr/>
      <dgm:t>
        <a:bodyPr/>
        <a:lstStyle/>
        <a:p>
          <a:endParaRPr lang="en-US" sz="1100" dirty="0"/>
        </a:p>
      </dgm:t>
    </dgm:pt>
    <dgm:pt modelId="{3BDA8541-E87C-49FD-8480-C28E217224C5}" type="parTrans" cxnId="{AD11E0EC-D42D-4CA0-A53F-95F05CF80816}">
      <dgm:prSet/>
      <dgm:spPr/>
      <dgm:t>
        <a:bodyPr/>
        <a:lstStyle/>
        <a:p>
          <a:endParaRPr lang="en-US"/>
        </a:p>
      </dgm:t>
    </dgm:pt>
    <dgm:pt modelId="{0DB90990-A852-4737-B722-100ED22D3DBB}" type="sibTrans" cxnId="{AD11E0EC-D42D-4CA0-A53F-95F05CF80816}">
      <dgm:prSet/>
      <dgm:spPr/>
      <dgm:t>
        <a:bodyPr/>
        <a:lstStyle/>
        <a:p>
          <a:endParaRPr lang="en-US"/>
        </a:p>
      </dgm:t>
    </dgm:pt>
    <dgm:pt modelId="{89284BDF-2957-48AD-A7DC-001AA56727A1}" type="pres">
      <dgm:prSet presAssocID="{B871F847-FF24-440D-BFB8-7EAEA485BC59}" presName="linear" presStyleCnt="0">
        <dgm:presLayoutVars>
          <dgm:dir/>
          <dgm:animLvl val="lvl"/>
          <dgm:resizeHandles val="exact"/>
        </dgm:presLayoutVars>
      </dgm:prSet>
      <dgm:spPr/>
    </dgm:pt>
    <dgm:pt modelId="{CB90019A-E668-4D7A-938C-9B766FDB9798}" type="pres">
      <dgm:prSet presAssocID="{150582DE-3224-4B3A-8C98-778D7909B547}" presName="parentLin" presStyleCnt="0"/>
      <dgm:spPr/>
    </dgm:pt>
    <dgm:pt modelId="{5A26CE46-33A7-4374-8445-E682582DDBA1}" type="pres">
      <dgm:prSet presAssocID="{150582DE-3224-4B3A-8C98-778D7909B547}" presName="parentLeftMargin" presStyleLbl="node1" presStyleIdx="0" presStyleCnt="3"/>
      <dgm:spPr/>
    </dgm:pt>
    <dgm:pt modelId="{24B493CD-69E8-4624-A8D5-0192BB7F0FAF}" type="pres">
      <dgm:prSet presAssocID="{150582DE-3224-4B3A-8C98-778D7909B5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8233BE-07E4-4047-8071-5FC65F066810}" type="pres">
      <dgm:prSet presAssocID="{150582DE-3224-4B3A-8C98-778D7909B547}" presName="negativeSpace" presStyleCnt="0"/>
      <dgm:spPr/>
    </dgm:pt>
    <dgm:pt modelId="{2A24E264-7AB6-40BA-9810-DE9E609959CB}" type="pres">
      <dgm:prSet presAssocID="{150582DE-3224-4B3A-8C98-778D7909B547}" presName="childText" presStyleLbl="conFgAcc1" presStyleIdx="0" presStyleCnt="3">
        <dgm:presLayoutVars>
          <dgm:bulletEnabled val="1"/>
        </dgm:presLayoutVars>
      </dgm:prSet>
      <dgm:spPr/>
    </dgm:pt>
    <dgm:pt modelId="{367D3678-C817-45D4-AC5E-B8A512723846}" type="pres">
      <dgm:prSet presAssocID="{17E74AA4-504D-477E-93BB-C69BADEBCE9B}" presName="spaceBetweenRectangles" presStyleCnt="0"/>
      <dgm:spPr/>
    </dgm:pt>
    <dgm:pt modelId="{A6028A15-F011-4968-B15D-C13E93172C00}" type="pres">
      <dgm:prSet presAssocID="{25CAD5AB-39F2-4FF3-9DC3-BF38389A3212}" presName="parentLin" presStyleCnt="0"/>
      <dgm:spPr/>
    </dgm:pt>
    <dgm:pt modelId="{859B8FB3-09AE-4623-AD40-C7029BA6D97A}" type="pres">
      <dgm:prSet presAssocID="{25CAD5AB-39F2-4FF3-9DC3-BF38389A3212}" presName="parentLeftMargin" presStyleLbl="node1" presStyleIdx="0" presStyleCnt="3"/>
      <dgm:spPr/>
    </dgm:pt>
    <dgm:pt modelId="{ACF5C4F2-7348-494A-9758-C4C9F4D7D598}" type="pres">
      <dgm:prSet presAssocID="{25CAD5AB-39F2-4FF3-9DC3-BF38389A32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0F51FF-5209-4E39-ACF7-02A26934ABDC}" type="pres">
      <dgm:prSet presAssocID="{25CAD5AB-39F2-4FF3-9DC3-BF38389A3212}" presName="negativeSpace" presStyleCnt="0"/>
      <dgm:spPr/>
    </dgm:pt>
    <dgm:pt modelId="{D5790EDA-02FF-443A-B8DF-2FDC15EEFF80}" type="pres">
      <dgm:prSet presAssocID="{25CAD5AB-39F2-4FF3-9DC3-BF38389A3212}" presName="childText" presStyleLbl="conFgAcc1" presStyleIdx="1" presStyleCnt="3">
        <dgm:presLayoutVars>
          <dgm:bulletEnabled val="1"/>
        </dgm:presLayoutVars>
      </dgm:prSet>
      <dgm:spPr/>
    </dgm:pt>
    <dgm:pt modelId="{DFA1E0B3-4783-4A78-9F46-0BE048DD2BF4}" type="pres">
      <dgm:prSet presAssocID="{C73DF436-3F64-4A88-829D-58D00DD46A8B}" presName="spaceBetweenRectangles" presStyleCnt="0"/>
      <dgm:spPr/>
    </dgm:pt>
    <dgm:pt modelId="{C7ED3C8E-3889-49F9-852B-5073594CD3DD}" type="pres">
      <dgm:prSet presAssocID="{D3373D6E-F8D9-40EA-8FB2-53BEE40018AA}" presName="parentLin" presStyleCnt="0"/>
      <dgm:spPr/>
    </dgm:pt>
    <dgm:pt modelId="{97CC392D-3A88-40EE-9B11-A9A2C80221E4}" type="pres">
      <dgm:prSet presAssocID="{D3373D6E-F8D9-40EA-8FB2-53BEE40018AA}" presName="parentLeftMargin" presStyleLbl="node1" presStyleIdx="1" presStyleCnt="3"/>
      <dgm:spPr/>
    </dgm:pt>
    <dgm:pt modelId="{6C42668B-03D6-47BA-BD57-D2E6B9E88429}" type="pres">
      <dgm:prSet presAssocID="{D3373D6E-F8D9-40EA-8FB2-53BEE40018AA}" presName="parentText" presStyleLbl="node1" presStyleIdx="2" presStyleCnt="3" custLinFactNeighborX="23589" custLinFactNeighborY="1932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2A8B8C-BE5C-43F2-AF91-5BAE918FFC1B}" type="pres">
      <dgm:prSet presAssocID="{D3373D6E-F8D9-40EA-8FB2-53BEE40018AA}" presName="negativeSpace" presStyleCnt="0"/>
      <dgm:spPr/>
    </dgm:pt>
    <dgm:pt modelId="{5BE7B3C4-7B17-4082-A94E-A8925FF6B073}" type="pres">
      <dgm:prSet presAssocID="{D3373D6E-F8D9-40EA-8FB2-53BEE40018AA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1E8C8B-03B6-4DE3-8F8C-57CE43AF831B}" srcId="{25CAD5AB-39F2-4FF3-9DC3-BF38389A3212}" destId="{9E97CBB6-303E-4049-BC0B-7AB304119AE5}" srcOrd="2" destOrd="0" parTransId="{D9061897-8CCC-4DAD-A36E-90229AAF5F58}" sibTransId="{0A7C08BA-0EFA-4F75-A200-8B6863F3244F}"/>
    <dgm:cxn modelId="{4B987B9B-FA36-457B-BF39-22EB73734CF1}" type="presOf" srcId="{25CAD5AB-39F2-4FF3-9DC3-BF38389A3212}" destId="{ACF5C4F2-7348-494A-9758-C4C9F4D7D598}" srcOrd="1" destOrd="0" presId="urn:microsoft.com/office/officeart/2005/8/layout/list1"/>
    <dgm:cxn modelId="{C9C8C8F3-3C19-465B-B2E7-2E235A6F09F7}" srcId="{B871F847-FF24-440D-BFB8-7EAEA485BC59}" destId="{D3373D6E-F8D9-40EA-8FB2-53BEE40018AA}" srcOrd="2" destOrd="0" parTransId="{2200168A-0C34-4E34-85E7-288F7A816B31}" sibTransId="{41B66DF3-01D5-4D69-A601-D86A021A827E}"/>
    <dgm:cxn modelId="{2622C38B-BDB1-41D4-832A-C9DB86F65E1E}" srcId="{25CAD5AB-39F2-4FF3-9DC3-BF38389A3212}" destId="{BAC89A3C-4140-4027-BDF3-8E9329657755}" srcOrd="1" destOrd="0" parTransId="{9B730842-E34E-4196-8700-9DBB18AA115D}" sibTransId="{9F777D8C-5E00-4ABA-AE5D-C9F0682D5B36}"/>
    <dgm:cxn modelId="{EF453218-AFA3-414C-93DE-28501E878074}" srcId="{B871F847-FF24-440D-BFB8-7EAEA485BC59}" destId="{25CAD5AB-39F2-4FF3-9DC3-BF38389A3212}" srcOrd="1" destOrd="0" parTransId="{50C341B4-60C6-4A2C-B290-9755710318C4}" sibTransId="{C73DF436-3F64-4A88-829D-58D00DD46A8B}"/>
    <dgm:cxn modelId="{927AB0EC-FFDE-445B-93D5-60BE64D7BFAB}" srcId="{150582DE-3224-4B3A-8C98-778D7909B547}" destId="{23A21E61-9069-4A5F-A81D-4DB2C514274A}" srcOrd="2" destOrd="0" parTransId="{32B0771F-BC00-4956-B663-9DAE995C1DEF}" sibTransId="{215B0004-CD59-4DBC-9E45-F0E4548AAF50}"/>
    <dgm:cxn modelId="{B51A6816-C478-4157-B9EB-856B411C24CD}" type="presOf" srcId="{D3373D6E-F8D9-40EA-8FB2-53BEE40018AA}" destId="{97CC392D-3A88-40EE-9B11-A9A2C80221E4}" srcOrd="0" destOrd="0" presId="urn:microsoft.com/office/officeart/2005/8/layout/list1"/>
    <dgm:cxn modelId="{42868A8D-4F26-47C6-B159-B74166B9E3A6}" type="presOf" srcId="{711A2313-C0A7-4FEA-B6FD-9629852BAA3F}" destId="{2A24E264-7AB6-40BA-9810-DE9E609959CB}" srcOrd="0" destOrd="3" presId="urn:microsoft.com/office/officeart/2005/8/layout/list1"/>
    <dgm:cxn modelId="{D1CAB055-BCBC-4888-B35E-96121C293F95}" srcId="{150582DE-3224-4B3A-8C98-778D7909B547}" destId="{677A45B7-DF67-4E92-AEE3-55982E77203D}" srcOrd="1" destOrd="0" parTransId="{6892E7DF-FD2A-4789-9725-D95E029CE661}" sibTransId="{78BA095A-8F1F-4DE2-ABB3-1B57302C9AC3}"/>
    <dgm:cxn modelId="{E91A8AD0-5090-4824-B14A-E932C57884DC}" type="presOf" srcId="{0BB33EED-E80D-4497-ADBD-B749854DE023}" destId="{D5790EDA-02FF-443A-B8DF-2FDC15EEFF80}" srcOrd="0" destOrd="3" presId="urn:microsoft.com/office/officeart/2005/8/layout/list1"/>
    <dgm:cxn modelId="{AAE10D7C-0571-44B0-8076-636AE0229AB3}" type="presOf" srcId="{25CAD5AB-39F2-4FF3-9DC3-BF38389A3212}" destId="{859B8FB3-09AE-4623-AD40-C7029BA6D97A}" srcOrd="0" destOrd="0" presId="urn:microsoft.com/office/officeart/2005/8/layout/list1"/>
    <dgm:cxn modelId="{5C396CEB-FE60-4A49-B3D1-033E468831C2}" type="presOf" srcId="{23A21E61-9069-4A5F-A81D-4DB2C514274A}" destId="{2A24E264-7AB6-40BA-9810-DE9E609959CB}" srcOrd="0" destOrd="2" presId="urn:microsoft.com/office/officeart/2005/8/layout/list1"/>
    <dgm:cxn modelId="{B41FCA3C-E7F6-42F2-803B-F267AB3BE51B}" type="presOf" srcId="{D3373D6E-F8D9-40EA-8FB2-53BEE40018AA}" destId="{6C42668B-03D6-47BA-BD57-D2E6B9E88429}" srcOrd="1" destOrd="0" presId="urn:microsoft.com/office/officeart/2005/8/layout/list1"/>
    <dgm:cxn modelId="{8A8BFC82-134C-41AC-8168-92E678DB8B2E}" srcId="{150582DE-3224-4B3A-8C98-778D7909B547}" destId="{426B1412-2B00-4AB3-BEE4-938BF478008A}" srcOrd="4" destOrd="0" parTransId="{67510C5E-B9F5-41FF-ADE3-237204DB092D}" sibTransId="{94999837-F330-4239-8D73-1BE41FEBFDA6}"/>
    <dgm:cxn modelId="{8F9D35E0-3F17-4C02-8BA8-B9545C68DCD8}" type="presOf" srcId="{150582DE-3224-4B3A-8C98-778D7909B547}" destId="{5A26CE46-33A7-4374-8445-E682582DDBA1}" srcOrd="0" destOrd="0" presId="urn:microsoft.com/office/officeart/2005/8/layout/list1"/>
    <dgm:cxn modelId="{270242EB-4C2E-49B8-8090-EA781FB001A6}" srcId="{150582DE-3224-4B3A-8C98-778D7909B547}" destId="{BCEEC89B-382C-4DDC-9E68-989797E97E99}" srcOrd="0" destOrd="0" parTransId="{D54B71E1-445B-466C-A1D5-0CBD9BCAC949}" sibTransId="{F8F5FA35-7ED8-48A3-8DEF-8C3D259E7FCD}"/>
    <dgm:cxn modelId="{8AABEE78-1704-4AA7-8B40-A8600477C527}" type="presOf" srcId="{9E97CBB6-303E-4049-BC0B-7AB304119AE5}" destId="{D5790EDA-02FF-443A-B8DF-2FDC15EEFF80}" srcOrd="0" destOrd="2" presId="urn:microsoft.com/office/officeart/2005/8/layout/list1"/>
    <dgm:cxn modelId="{AD11E0EC-D42D-4CA0-A53F-95F05CF80816}" srcId="{D3373D6E-F8D9-40EA-8FB2-53BEE40018AA}" destId="{6B6FCECE-39B6-4E47-A8FC-A63222D1B9DC}" srcOrd="0" destOrd="0" parTransId="{3BDA8541-E87C-49FD-8480-C28E217224C5}" sibTransId="{0DB90990-A852-4737-B722-100ED22D3DBB}"/>
    <dgm:cxn modelId="{A55DFA5C-D3E6-49ED-86AF-0F7EB4F16DA9}" type="presOf" srcId="{BAC89A3C-4140-4027-BDF3-8E9329657755}" destId="{D5790EDA-02FF-443A-B8DF-2FDC15EEFF80}" srcOrd="0" destOrd="1" presId="urn:microsoft.com/office/officeart/2005/8/layout/list1"/>
    <dgm:cxn modelId="{E03A4395-D410-47AC-8171-D2A8B72AD789}" type="presOf" srcId="{677A45B7-DF67-4E92-AEE3-55982E77203D}" destId="{2A24E264-7AB6-40BA-9810-DE9E609959CB}" srcOrd="0" destOrd="1" presId="urn:microsoft.com/office/officeart/2005/8/layout/list1"/>
    <dgm:cxn modelId="{F2C28B79-3C13-4F1B-A67C-2C7F3683911E}" srcId="{25CAD5AB-39F2-4FF3-9DC3-BF38389A3212}" destId="{63842795-3A33-4787-A769-EDE55798CFCB}" srcOrd="0" destOrd="0" parTransId="{4488DF95-5B7B-44B3-ACA9-3FA4CED2AC97}" sibTransId="{F97B8422-8105-4450-91FF-73298E1C2E9A}"/>
    <dgm:cxn modelId="{00661CFC-E933-4315-A45E-E58D390E8C81}" srcId="{150582DE-3224-4B3A-8C98-778D7909B547}" destId="{711A2313-C0A7-4FEA-B6FD-9629852BAA3F}" srcOrd="3" destOrd="0" parTransId="{E198B08D-6717-410E-8177-9D2B001AE028}" sibTransId="{E09FD8A9-A0F0-45C6-8596-DBE7EB513B73}"/>
    <dgm:cxn modelId="{4F910201-0704-4DF4-B3F7-1A3E35283D73}" type="presOf" srcId="{150582DE-3224-4B3A-8C98-778D7909B547}" destId="{24B493CD-69E8-4624-A8D5-0192BB7F0FAF}" srcOrd="1" destOrd="0" presId="urn:microsoft.com/office/officeart/2005/8/layout/list1"/>
    <dgm:cxn modelId="{E31692B5-4BC8-46B5-9977-46A77B2E02B5}" type="presOf" srcId="{6B6FCECE-39B6-4E47-A8FC-A63222D1B9DC}" destId="{5BE7B3C4-7B17-4082-A94E-A8925FF6B073}" srcOrd="0" destOrd="0" presId="urn:microsoft.com/office/officeart/2005/8/layout/list1"/>
    <dgm:cxn modelId="{8C5145D1-F9B2-415C-B01C-87576CE1A4D3}" type="presOf" srcId="{BCEEC89B-382C-4DDC-9E68-989797E97E99}" destId="{2A24E264-7AB6-40BA-9810-DE9E609959CB}" srcOrd="0" destOrd="0" presId="urn:microsoft.com/office/officeart/2005/8/layout/list1"/>
    <dgm:cxn modelId="{BA6FC193-4E4D-4618-BAA9-A255C55706D1}" srcId="{25CAD5AB-39F2-4FF3-9DC3-BF38389A3212}" destId="{8D32FA0E-54BB-48C3-B0A2-EFD0C85664E0}" srcOrd="4" destOrd="0" parTransId="{D0808C78-BAEF-4561-82E1-450E35A8E88E}" sibTransId="{4527270A-60ED-40B5-9181-1102009637AB}"/>
    <dgm:cxn modelId="{E59EB0DE-2732-40AC-8BEB-F7C69C3BD4A9}" srcId="{D3373D6E-F8D9-40EA-8FB2-53BEE40018AA}" destId="{2BDB44DE-83A8-4483-A474-D8A3D92ECA76}" srcOrd="1" destOrd="0" parTransId="{9269E51B-0F96-4313-876F-CA36406410C7}" sibTransId="{6A55A9FC-E78A-4CCC-A9C0-FCB8D18B526C}"/>
    <dgm:cxn modelId="{49D7F11D-5E3F-480F-971A-DBDCB9BD8AC0}" srcId="{25CAD5AB-39F2-4FF3-9DC3-BF38389A3212}" destId="{0BB33EED-E80D-4497-ADBD-B749854DE023}" srcOrd="3" destOrd="0" parTransId="{A36F7F3F-3815-422A-B046-62BA20F30ED2}" sibTransId="{84884FE8-FBE1-419E-88DC-87E3CFB8A7AB}"/>
    <dgm:cxn modelId="{33405AF9-9736-4C52-BC1D-9699DE708524}" type="presOf" srcId="{426B1412-2B00-4AB3-BEE4-938BF478008A}" destId="{2A24E264-7AB6-40BA-9810-DE9E609959CB}" srcOrd="0" destOrd="4" presId="urn:microsoft.com/office/officeart/2005/8/layout/list1"/>
    <dgm:cxn modelId="{F7D4BA71-ADF3-47E3-A140-9B7E5EEBD2BB}" type="presOf" srcId="{B871F847-FF24-440D-BFB8-7EAEA485BC59}" destId="{89284BDF-2957-48AD-A7DC-001AA56727A1}" srcOrd="0" destOrd="0" presId="urn:microsoft.com/office/officeart/2005/8/layout/list1"/>
    <dgm:cxn modelId="{8ADDBB49-021C-43DB-85EA-E2AD04FE56EE}" srcId="{B871F847-FF24-440D-BFB8-7EAEA485BC59}" destId="{150582DE-3224-4B3A-8C98-778D7909B547}" srcOrd="0" destOrd="0" parTransId="{5021582D-FCF5-401B-AB5A-5DBA94BEC0C2}" sibTransId="{17E74AA4-504D-477E-93BB-C69BADEBCE9B}"/>
    <dgm:cxn modelId="{E4A3A1B1-9629-40E1-9E65-11B9DA4D6596}" type="presOf" srcId="{2BDB44DE-83A8-4483-A474-D8A3D92ECA76}" destId="{5BE7B3C4-7B17-4082-A94E-A8925FF6B073}" srcOrd="0" destOrd="1" presId="urn:microsoft.com/office/officeart/2005/8/layout/list1"/>
    <dgm:cxn modelId="{73783AF7-0DB6-48E2-B886-3C040F016021}" type="presOf" srcId="{8D32FA0E-54BB-48C3-B0A2-EFD0C85664E0}" destId="{D5790EDA-02FF-443A-B8DF-2FDC15EEFF80}" srcOrd="0" destOrd="4" presId="urn:microsoft.com/office/officeart/2005/8/layout/list1"/>
    <dgm:cxn modelId="{96B6A28F-47C3-43D5-BF43-3489539BE282}" type="presOf" srcId="{63842795-3A33-4787-A769-EDE55798CFCB}" destId="{D5790EDA-02FF-443A-B8DF-2FDC15EEFF80}" srcOrd="0" destOrd="0" presId="urn:microsoft.com/office/officeart/2005/8/layout/list1"/>
    <dgm:cxn modelId="{6BDE980E-B64E-48A2-825D-67645F1E128B}" type="presParOf" srcId="{89284BDF-2957-48AD-A7DC-001AA56727A1}" destId="{CB90019A-E668-4D7A-938C-9B766FDB9798}" srcOrd="0" destOrd="0" presId="urn:microsoft.com/office/officeart/2005/8/layout/list1"/>
    <dgm:cxn modelId="{723F2DD9-AAAC-4335-A732-81BCEB27A971}" type="presParOf" srcId="{CB90019A-E668-4D7A-938C-9B766FDB9798}" destId="{5A26CE46-33A7-4374-8445-E682582DDBA1}" srcOrd="0" destOrd="0" presId="urn:microsoft.com/office/officeart/2005/8/layout/list1"/>
    <dgm:cxn modelId="{A8409FC8-E344-4530-86C1-EB56CF91A04F}" type="presParOf" srcId="{CB90019A-E668-4D7A-938C-9B766FDB9798}" destId="{24B493CD-69E8-4624-A8D5-0192BB7F0FAF}" srcOrd="1" destOrd="0" presId="urn:microsoft.com/office/officeart/2005/8/layout/list1"/>
    <dgm:cxn modelId="{CB6F790F-16EF-40C5-8CFE-A7EB37119905}" type="presParOf" srcId="{89284BDF-2957-48AD-A7DC-001AA56727A1}" destId="{E98233BE-07E4-4047-8071-5FC65F066810}" srcOrd="1" destOrd="0" presId="urn:microsoft.com/office/officeart/2005/8/layout/list1"/>
    <dgm:cxn modelId="{74C25C3C-DBAE-44BC-9506-3A2540816F40}" type="presParOf" srcId="{89284BDF-2957-48AD-A7DC-001AA56727A1}" destId="{2A24E264-7AB6-40BA-9810-DE9E609959CB}" srcOrd="2" destOrd="0" presId="urn:microsoft.com/office/officeart/2005/8/layout/list1"/>
    <dgm:cxn modelId="{6BF94B5C-1D4F-4C1E-862B-900BDA0AA7D9}" type="presParOf" srcId="{89284BDF-2957-48AD-A7DC-001AA56727A1}" destId="{367D3678-C817-45D4-AC5E-B8A512723846}" srcOrd="3" destOrd="0" presId="urn:microsoft.com/office/officeart/2005/8/layout/list1"/>
    <dgm:cxn modelId="{AE27CFC4-2282-4824-8910-52876BA2C2C4}" type="presParOf" srcId="{89284BDF-2957-48AD-A7DC-001AA56727A1}" destId="{A6028A15-F011-4968-B15D-C13E93172C00}" srcOrd="4" destOrd="0" presId="urn:microsoft.com/office/officeart/2005/8/layout/list1"/>
    <dgm:cxn modelId="{35BD0614-147D-49CD-8F67-5B4C999D9F8E}" type="presParOf" srcId="{A6028A15-F011-4968-B15D-C13E93172C00}" destId="{859B8FB3-09AE-4623-AD40-C7029BA6D97A}" srcOrd="0" destOrd="0" presId="urn:microsoft.com/office/officeart/2005/8/layout/list1"/>
    <dgm:cxn modelId="{14CF18C6-5BB2-456F-84BB-B6DEE1F3AF02}" type="presParOf" srcId="{A6028A15-F011-4968-B15D-C13E93172C00}" destId="{ACF5C4F2-7348-494A-9758-C4C9F4D7D598}" srcOrd="1" destOrd="0" presId="urn:microsoft.com/office/officeart/2005/8/layout/list1"/>
    <dgm:cxn modelId="{6C37D4B6-FD83-42A9-902B-3795FA06EC7B}" type="presParOf" srcId="{89284BDF-2957-48AD-A7DC-001AA56727A1}" destId="{4F0F51FF-5209-4E39-ACF7-02A26934ABDC}" srcOrd="5" destOrd="0" presId="urn:microsoft.com/office/officeart/2005/8/layout/list1"/>
    <dgm:cxn modelId="{C4A18D32-2F4C-4A5F-8AEE-1D7405C3B292}" type="presParOf" srcId="{89284BDF-2957-48AD-A7DC-001AA56727A1}" destId="{D5790EDA-02FF-443A-B8DF-2FDC15EEFF80}" srcOrd="6" destOrd="0" presId="urn:microsoft.com/office/officeart/2005/8/layout/list1"/>
    <dgm:cxn modelId="{449D0F20-D058-476C-A714-9958506823E4}" type="presParOf" srcId="{89284BDF-2957-48AD-A7DC-001AA56727A1}" destId="{DFA1E0B3-4783-4A78-9F46-0BE048DD2BF4}" srcOrd="7" destOrd="0" presId="urn:microsoft.com/office/officeart/2005/8/layout/list1"/>
    <dgm:cxn modelId="{EC4AFC83-7126-4338-840C-6CC68E8728FE}" type="presParOf" srcId="{89284BDF-2957-48AD-A7DC-001AA56727A1}" destId="{C7ED3C8E-3889-49F9-852B-5073594CD3DD}" srcOrd="8" destOrd="0" presId="urn:microsoft.com/office/officeart/2005/8/layout/list1"/>
    <dgm:cxn modelId="{A01FC191-C790-4298-B102-5970C0C94D57}" type="presParOf" srcId="{C7ED3C8E-3889-49F9-852B-5073594CD3DD}" destId="{97CC392D-3A88-40EE-9B11-A9A2C80221E4}" srcOrd="0" destOrd="0" presId="urn:microsoft.com/office/officeart/2005/8/layout/list1"/>
    <dgm:cxn modelId="{B623E4D3-E6CA-4BF6-A69E-3ECF2113A4DC}" type="presParOf" srcId="{C7ED3C8E-3889-49F9-852B-5073594CD3DD}" destId="{6C42668B-03D6-47BA-BD57-D2E6B9E88429}" srcOrd="1" destOrd="0" presId="urn:microsoft.com/office/officeart/2005/8/layout/list1"/>
    <dgm:cxn modelId="{BFEDACAE-28FA-4576-A5E2-7FDFCA0E1710}" type="presParOf" srcId="{89284BDF-2957-48AD-A7DC-001AA56727A1}" destId="{012A8B8C-BE5C-43F2-AF91-5BAE918FFC1B}" srcOrd="9" destOrd="0" presId="urn:microsoft.com/office/officeart/2005/8/layout/list1"/>
    <dgm:cxn modelId="{CBAD4155-1BD5-47F1-AEE0-58DF349AF35C}" type="presParOf" srcId="{89284BDF-2957-48AD-A7DC-001AA56727A1}" destId="{5BE7B3C4-7B17-4082-A94E-A8925FF6B07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3F3EA-8463-44F5-A5A1-F728E1B85A4E}">
      <dsp:nvSpPr>
        <dsp:cNvPr id="0" name=""/>
        <dsp:cNvSpPr/>
      </dsp:nvSpPr>
      <dsp:spPr>
        <a:xfrm>
          <a:off x="5176084" y="2774894"/>
          <a:ext cx="2222740" cy="12891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Duplicate Data Removing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Data Validation</a:t>
          </a:r>
          <a:endParaRPr lang="en-US" sz="1400" kern="1200" dirty="0"/>
        </a:p>
      </dsp:txBody>
      <dsp:txXfrm>
        <a:off x="5871224" y="3125489"/>
        <a:ext cx="1499282" cy="910195"/>
      </dsp:txXfrm>
    </dsp:sp>
    <dsp:sp modelId="{7B9A8E61-C957-4414-B39D-946E64B5D89F}">
      <dsp:nvSpPr>
        <dsp:cNvPr id="0" name=""/>
        <dsp:cNvSpPr/>
      </dsp:nvSpPr>
      <dsp:spPr>
        <a:xfrm>
          <a:off x="710765" y="2722852"/>
          <a:ext cx="2309865" cy="12891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Materialized View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Indexing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Cache Aggregation Queries</a:t>
          </a:r>
          <a:endParaRPr lang="en-US" sz="1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400" kern="1200" dirty="0"/>
        </a:p>
      </dsp:txBody>
      <dsp:txXfrm>
        <a:off x="739083" y="3073448"/>
        <a:ext cx="1560269" cy="910195"/>
      </dsp:txXfrm>
    </dsp:sp>
    <dsp:sp modelId="{C9E1DE86-F0DE-4753-81E5-0379A42E0280}">
      <dsp:nvSpPr>
        <dsp:cNvPr id="0" name=""/>
        <dsp:cNvSpPr/>
      </dsp:nvSpPr>
      <dsp:spPr>
        <a:xfrm>
          <a:off x="5111288" y="38450"/>
          <a:ext cx="2297884" cy="14312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Sub Sequence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Windows Function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 smtClean="0"/>
            <a:t>Ntile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Percent Rank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 smtClean="0"/>
            <a:t>Running_Total</a:t>
          </a:r>
          <a:r>
            <a:rPr lang="en-US" sz="1200" kern="1200" dirty="0" smtClean="0"/>
            <a:t> Revenue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Ranking Function </a:t>
          </a:r>
          <a:endParaRPr lang="en-US" sz="1200" kern="1200" dirty="0"/>
        </a:p>
      </dsp:txBody>
      <dsp:txXfrm>
        <a:off x="5832093" y="69890"/>
        <a:ext cx="1545639" cy="1010554"/>
      </dsp:txXfrm>
    </dsp:sp>
    <dsp:sp modelId="{3CB6D4FB-9967-433C-8561-96BBE10C8300}">
      <dsp:nvSpPr>
        <dsp:cNvPr id="0" name=""/>
        <dsp:cNvSpPr/>
      </dsp:nvSpPr>
      <dsp:spPr>
        <a:xfrm>
          <a:off x="698656" y="45321"/>
          <a:ext cx="2265944" cy="12891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Select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Where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Having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Group By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Order By</a:t>
          </a:r>
          <a:endParaRPr lang="en-US" sz="1200" kern="1200" dirty="0"/>
        </a:p>
      </dsp:txBody>
      <dsp:txXfrm>
        <a:off x="726974" y="73639"/>
        <a:ext cx="1529525" cy="910195"/>
      </dsp:txXfrm>
    </dsp:sp>
    <dsp:sp modelId="{91CBF0ED-3864-4FEE-ADD2-C67A28320F70}">
      <dsp:nvSpPr>
        <dsp:cNvPr id="0" name=""/>
        <dsp:cNvSpPr/>
      </dsp:nvSpPr>
      <dsp:spPr>
        <a:xfrm>
          <a:off x="2164492" y="247389"/>
          <a:ext cx="1744325" cy="174432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Basic SQL Operation</a:t>
          </a:r>
          <a:endParaRPr lang="en-US" sz="1500" kern="1200" dirty="0"/>
        </a:p>
      </dsp:txBody>
      <dsp:txXfrm>
        <a:off x="2675393" y="758290"/>
        <a:ext cx="1233424" cy="1233424"/>
      </dsp:txXfrm>
    </dsp:sp>
    <dsp:sp modelId="{B2C9D8BC-AB62-4646-9536-1ACEBFFC4831}">
      <dsp:nvSpPr>
        <dsp:cNvPr id="0" name=""/>
        <dsp:cNvSpPr/>
      </dsp:nvSpPr>
      <dsp:spPr>
        <a:xfrm rot="5400000">
          <a:off x="3989387" y="247389"/>
          <a:ext cx="1744325" cy="174432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Advance SQL Features</a:t>
          </a:r>
          <a:endParaRPr lang="en-US" sz="1500" kern="1200" dirty="0"/>
        </a:p>
      </dsp:txBody>
      <dsp:txXfrm rot="-5400000">
        <a:off x="3989387" y="758290"/>
        <a:ext cx="1233424" cy="1233424"/>
      </dsp:txXfrm>
    </dsp:sp>
    <dsp:sp modelId="{4EF5FA65-3678-4786-BB52-F1D01FCE1F5F}">
      <dsp:nvSpPr>
        <dsp:cNvPr id="0" name=""/>
        <dsp:cNvSpPr/>
      </dsp:nvSpPr>
      <dsp:spPr>
        <a:xfrm rot="10800000">
          <a:off x="3989387" y="2072284"/>
          <a:ext cx="1744325" cy="174432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Data Cleaning</a:t>
          </a:r>
          <a:endParaRPr lang="en-US" sz="1500" kern="1200" dirty="0"/>
        </a:p>
      </dsp:txBody>
      <dsp:txXfrm rot="10800000">
        <a:off x="3989387" y="2072284"/>
        <a:ext cx="1233424" cy="1233424"/>
      </dsp:txXfrm>
    </dsp:sp>
    <dsp:sp modelId="{07DD9513-D9AA-4A72-890C-5E5B051FE84A}">
      <dsp:nvSpPr>
        <dsp:cNvPr id="0" name=""/>
        <dsp:cNvSpPr/>
      </dsp:nvSpPr>
      <dsp:spPr>
        <a:xfrm rot="16200000">
          <a:off x="2164492" y="2072284"/>
          <a:ext cx="1744325" cy="174432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Performance Optimization</a:t>
          </a:r>
          <a:endParaRPr lang="en-US" sz="1500" kern="1200" dirty="0"/>
        </a:p>
      </dsp:txBody>
      <dsp:txXfrm rot="5400000">
        <a:off x="2675393" y="2072284"/>
        <a:ext cx="1233424" cy="1233424"/>
      </dsp:txXfrm>
    </dsp:sp>
    <dsp:sp modelId="{E5A512FC-5D92-42E0-BD73-64898CC55225}">
      <dsp:nvSpPr>
        <dsp:cNvPr id="0" name=""/>
        <dsp:cNvSpPr/>
      </dsp:nvSpPr>
      <dsp:spPr>
        <a:xfrm>
          <a:off x="3647975" y="1669438"/>
          <a:ext cx="602255" cy="52370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A2964-ADF8-4066-9091-E9D2CB295912}">
      <dsp:nvSpPr>
        <dsp:cNvPr id="0" name=""/>
        <dsp:cNvSpPr/>
      </dsp:nvSpPr>
      <dsp:spPr>
        <a:xfrm rot="10800000">
          <a:off x="3647975" y="1870861"/>
          <a:ext cx="602255" cy="52370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4E264-7AB6-40BA-9810-DE9E609959CB}">
      <dsp:nvSpPr>
        <dsp:cNvPr id="0" name=""/>
        <dsp:cNvSpPr/>
      </dsp:nvSpPr>
      <dsp:spPr>
        <a:xfrm>
          <a:off x="0" y="213666"/>
          <a:ext cx="6414302" cy="1256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21" tIns="291592" rIns="497821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Identify top performing product based  on revenue.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Analyzed customer purchasing trends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Measured Digital Campaign effectiveness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Compare comparison rates across countries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Generate revenue percentile analysis </a:t>
          </a:r>
          <a:endParaRPr lang="en-US" sz="1100" kern="1200" dirty="0"/>
        </a:p>
      </dsp:txBody>
      <dsp:txXfrm>
        <a:off x="0" y="213666"/>
        <a:ext cx="6414302" cy="1256850"/>
      </dsp:txXfrm>
    </dsp:sp>
    <dsp:sp modelId="{24B493CD-69E8-4624-A8D5-0192BB7F0FAF}">
      <dsp:nvSpPr>
        <dsp:cNvPr id="0" name=""/>
        <dsp:cNvSpPr/>
      </dsp:nvSpPr>
      <dsp:spPr>
        <a:xfrm>
          <a:off x="320715" y="7026"/>
          <a:ext cx="449001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12" tIns="0" rIns="169712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Key Insights</a:t>
          </a:r>
          <a:endParaRPr lang="en-US" sz="1400" kern="1200" dirty="0"/>
        </a:p>
      </dsp:txBody>
      <dsp:txXfrm>
        <a:off x="340890" y="27201"/>
        <a:ext cx="4449661" cy="372930"/>
      </dsp:txXfrm>
    </dsp:sp>
    <dsp:sp modelId="{D5790EDA-02FF-443A-B8DF-2FDC15EEFF80}">
      <dsp:nvSpPr>
        <dsp:cNvPr id="0" name=""/>
        <dsp:cNvSpPr/>
      </dsp:nvSpPr>
      <dsp:spPr>
        <a:xfrm>
          <a:off x="0" y="1752757"/>
          <a:ext cx="6414302" cy="1256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21" tIns="291592" rIns="497821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Fasted business reporting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Better marketing reporting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Improve sales analysis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Optimized database performance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Real time analysis reports</a:t>
          </a:r>
          <a:endParaRPr lang="en-US" sz="1100" kern="1200" dirty="0"/>
        </a:p>
      </dsp:txBody>
      <dsp:txXfrm>
        <a:off x="0" y="1752757"/>
        <a:ext cx="6414302" cy="1256850"/>
      </dsp:txXfrm>
    </dsp:sp>
    <dsp:sp modelId="{ACF5C4F2-7348-494A-9758-C4C9F4D7D598}">
      <dsp:nvSpPr>
        <dsp:cNvPr id="0" name=""/>
        <dsp:cNvSpPr/>
      </dsp:nvSpPr>
      <dsp:spPr>
        <a:xfrm>
          <a:off x="320715" y="1546117"/>
          <a:ext cx="449001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12" tIns="0" rIns="169712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Benefits of Project</a:t>
          </a:r>
          <a:endParaRPr lang="en-US" sz="1400" kern="1200" dirty="0"/>
        </a:p>
      </dsp:txBody>
      <dsp:txXfrm>
        <a:off x="340890" y="1566292"/>
        <a:ext cx="4449661" cy="372930"/>
      </dsp:txXfrm>
    </dsp:sp>
    <dsp:sp modelId="{5BE7B3C4-7B17-4082-A94E-A8925FF6B073}">
      <dsp:nvSpPr>
        <dsp:cNvPr id="0" name=""/>
        <dsp:cNvSpPr/>
      </dsp:nvSpPr>
      <dsp:spPr>
        <a:xfrm>
          <a:off x="0" y="3291847"/>
          <a:ext cx="6414302" cy="101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21" tIns="291592" rIns="497821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This Project Demonstrates how SQL &amp; </a:t>
          </a:r>
          <a:r>
            <a:rPr lang="en-US" sz="1100" kern="1200" dirty="0" err="1" smtClean="0"/>
            <a:t>PostagreSQL</a:t>
          </a:r>
          <a:r>
            <a:rPr lang="en-US" sz="1100" kern="1200" dirty="0" smtClean="0"/>
            <a:t> can be used for advanced sales analytics and performance optimization, using window functions, ranking method, &amp; materialized view, business can efficiently analyze large datasets and improving decision making  process.</a:t>
          </a:r>
          <a:endParaRPr lang="en-US" sz="1100" kern="1200" dirty="0"/>
        </a:p>
      </dsp:txBody>
      <dsp:txXfrm>
        <a:off x="0" y="3291847"/>
        <a:ext cx="6414302" cy="1014300"/>
      </dsp:txXfrm>
    </dsp:sp>
    <dsp:sp modelId="{6C42668B-03D6-47BA-BD57-D2E6B9E88429}">
      <dsp:nvSpPr>
        <dsp:cNvPr id="0" name=""/>
        <dsp:cNvSpPr/>
      </dsp:nvSpPr>
      <dsp:spPr>
        <a:xfrm>
          <a:off x="396368" y="3165085"/>
          <a:ext cx="449001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9712" tIns="0" rIns="169712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Conclusion</a:t>
          </a:r>
          <a:endParaRPr lang="en-US" sz="1400" kern="1200" dirty="0"/>
        </a:p>
      </dsp:txBody>
      <dsp:txXfrm>
        <a:off x="416543" y="3185260"/>
        <a:ext cx="4449661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36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77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25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02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8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Data  ·  Digital Sales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20240" y="35204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A2C4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3520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5204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A2C4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520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35204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A2C4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520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 Internship Final Project  •  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BI, SQL </a:t>
            </a: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TECHNICAL IMPLEMENTATION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650215" y="868680"/>
            <a:ext cx="32918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7058" y="885587"/>
            <a:ext cx="64008" cy="8229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0397" y="878959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7375" y="10881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7375" y="1402745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aggregations, CTEs, window functions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89062" y="1819656"/>
            <a:ext cx="32918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8178" y="1825701"/>
            <a:ext cx="64008" cy="822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0397" y="18272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72186" y="210517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72186" y="2385111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 DAX measures, slicers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90397" y="2858574"/>
            <a:ext cx="32918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0397" y="2858574"/>
            <a:ext cx="69088" cy="822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6222" y="288852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59485" y="3118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59485" y="3424643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dimension tables for efficient querying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63198" y="3895344"/>
            <a:ext cx="3291840" cy="8229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3198" y="3886998"/>
            <a:ext cx="64008" cy="8229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5202" y="3897369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27206" y="41193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27206" y="44577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USA, France, UK, Singapore, UAE + more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Down Ribbon 27"/>
          <p:cNvSpPr/>
          <p:nvPr/>
        </p:nvSpPr>
        <p:spPr>
          <a:xfrm>
            <a:off x="5768698" y="2385111"/>
            <a:ext cx="3191194" cy="1162884"/>
          </a:xfrm>
          <a:prstGeom prst="ribb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latin typeface="Bell MT" panose="02020503060305020303" pitchFamily="18" charset="0"/>
              </a:rPr>
              <a:t>BUSINESS</a:t>
            </a:r>
            <a:br>
              <a:rPr lang="en-IN" dirty="0" smtClean="0">
                <a:latin typeface="Bell MT" panose="02020503060305020303" pitchFamily="18" charset="0"/>
              </a:rPr>
            </a:br>
            <a:r>
              <a:rPr lang="en-IN" dirty="0" smtClean="0">
                <a:latin typeface="Bell MT" panose="02020503060305020303" pitchFamily="18" charset="0"/>
              </a:rPr>
              <a:t>       ANALYST</a:t>
            </a:r>
            <a:endParaRPr lang="en-IN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an end-to-end sales analytics solution using SQL and Power BI to uncover actionable insights from customer purchasing behavior and digital marketing performance across 10 countries.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265176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/ QTD / YTD sales, revenue trends, payment methods, product performance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10312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240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560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Sales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CTR, conversion rates, cart abandonment, campaign revenue, purchase frequency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103120"/>
            <a:ext cx="265176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240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5603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queries, joins, aggregations — powering both dashboards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0116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₹38.19K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97280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5.64K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97280"/>
            <a:ext cx="20116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32.55K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097280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Target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88920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2788920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1460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Quantity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788920"/>
            <a:ext cx="20116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38.19K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6344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2788920"/>
            <a:ext cx="201168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4.8K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1228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France (Top)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COUNTRY &amp; REGION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6868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00400"/>
            <a:ext cx="2011680" cy="146304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MTD Leader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600 units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514600" y="3200400"/>
            <a:ext cx="2011680" cy="146304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060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YTD Leader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60604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– 4.8K units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3200400"/>
            <a:ext cx="2011680" cy="146304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QTD Leader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5488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– 1.8K units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12280" y="3200400"/>
            <a:ext cx="2011680" cy="146304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037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Lowest MTD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90372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– 30 units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PAYMENT INSIGHTS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6868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46120"/>
            <a:ext cx="15544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16.88%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65760" y="3931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057400" y="3246120"/>
            <a:ext cx="15544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5740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16.50%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057400" y="3931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49040" y="3246120"/>
            <a:ext cx="15544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4904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15.74%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749040" y="3931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40680" y="3246120"/>
            <a:ext cx="15544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4068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440680" y="3931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32320" y="3246120"/>
            <a:ext cx="15544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3232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12.57%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7132320" y="3931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14400"/>
            <a:ext cx="292608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0" y="914400"/>
            <a:ext cx="64008" cy="914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978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Category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0" y="1207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₹20.67K total sales — 50%+ of revenue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1965960"/>
            <a:ext cx="292608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1965960"/>
            <a:ext cx="64008" cy="9144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20299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Category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2258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35040" y="2514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₹4.9K — strong secondary performer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017520"/>
            <a:ext cx="292608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3017520"/>
            <a:ext cx="64008" cy="9144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0815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Category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33101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035040" y="3566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₹3.15K — steady contributor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52160" y="4069080"/>
            <a:ext cx="2926080" cy="91440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4069080"/>
            <a:ext cx="64008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133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35040" y="4361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= 70%+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035040" y="4617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categories drive majority of sales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SALES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Sales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0116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762K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97280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CTR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97280"/>
            <a:ext cx="201168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09728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097280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325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88920"/>
            <a:ext cx="20116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4.09K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2788920"/>
            <a:ext cx="20116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56.95M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1460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788920"/>
            <a:ext cx="20116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155K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6344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2788920"/>
            <a:ext cx="2011680" cy="150876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2788920"/>
            <a:ext cx="201168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1228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CONVERSION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5029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212080" y="868680"/>
          <a:ext cx="3657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42900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Instagram Ads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₹16.4M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source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14600" y="342900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60604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Facebook Ads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60604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₹10.9M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60604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342900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Google Ads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₹8.8M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54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ROI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12280" y="3429000"/>
            <a:ext cx="20116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03720" y="3493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SEO Organic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90372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₹5.5M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90372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traffic value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ENGAGEMENT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View-Only Products (No Purchase)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37760" y="1280160"/>
            <a:ext cx="393192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7492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Water Bottle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1353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828800"/>
            <a:ext cx="393192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901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Resistance Bands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19019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2377440"/>
            <a:ext cx="393192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Protein Powder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24505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37760" y="2926080"/>
            <a:ext cx="393192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Sunglasses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0" y="29992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937760" y="3474720"/>
            <a:ext cx="393192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3547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Desk Lamp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35478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937760" y="4023360"/>
            <a:ext cx="393192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Laptop Bag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0965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937760" y="4572000"/>
            <a:ext cx="3931920" cy="36576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4572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view-no-purchase gap = Conversion opportunity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57200" cy="1234440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801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accounts for 50%+ of total sales (₹20.67K). Focus marketing investment on upselling accessories and fitness equipment to diversify revenue.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57200" cy="1234440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801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is #1 Channel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258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Ads generated ₹16.4M — 2× more than Google Ads. Increase social media ad spend for higher ROI, especially in top-converting countries.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6052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86000"/>
            <a:ext cx="457200" cy="1234440"/>
          </a:xfrm>
          <a:prstGeom prst="rect">
            <a:avLst/>
          </a:prstGeom>
          <a:solidFill>
            <a:srgbClr val="7B5EA7">
              <a:alpha val="20000"/>
            </a:srgbClr>
          </a:solidFill>
          <a:ln w="12700">
            <a:solidFill>
              <a:srgbClr val="7B5EA7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517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Converts Best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leads all countries in conversion rate (665). Replicate Brazil's engagement model in low-converting markets like France (225) and Germany (272).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6052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286000"/>
            <a:ext cx="457200" cy="1234440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6517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974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164K abandoned carts vs 155K purchases. Implement retargeting campaigns and checkout UX improvements to recover at least 20% of abandoned sessions.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6052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233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3749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Leads Payments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690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 (16.88%) and Apple Pay (16.5%) are top methods. Ensure frictionless checkout flows for both; offer UPI incentives to boost its 12.11% share.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16052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657600"/>
            <a:ext cx="457200" cy="1234440"/>
          </a:xfrm>
          <a:prstGeom prst="rect">
            <a:avLst/>
          </a:prstGeom>
          <a:solidFill>
            <a:srgbClr val="FF9800">
              <a:alpha val="20000"/>
            </a:srgbClr>
          </a:solidFill>
          <a:ln w="12700">
            <a:solidFill>
              <a:srgbClr val="FF9800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0233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749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Top MTD, France YTD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6908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leads short-term (MTD 600 units) while France leads annually (YTD 4.8K). Investigate seasonality and invest in India's long-term growth trajectory.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797" y="-1215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TECHNICAL IMPLEMENTATION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1" y="1481221"/>
            <a:ext cx="2623530" cy="2900535"/>
          </a:xfrm>
          <a:prstGeom prst="rect">
            <a:avLst/>
          </a:prstGeom>
          <a:solidFill>
            <a:srgbClr val="13223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1" y="1490472"/>
            <a:ext cx="95122" cy="2836051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3726" y="1492881"/>
            <a:ext cx="2512942" cy="2888875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3725" y="1481220"/>
            <a:ext cx="100277" cy="2946991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8966" y="1536192"/>
            <a:ext cx="2640714" cy="2845564"/>
          </a:xfrm>
          <a:prstGeom prst="rect">
            <a:avLst/>
          </a:prstGeom>
          <a:solidFill>
            <a:srgbClr val="132236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5655" y="1536192"/>
            <a:ext cx="64008" cy="28455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Rectangle 27"/>
          <p:cNvSpPr/>
          <p:nvPr/>
        </p:nvSpPr>
        <p:spPr>
          <a:xfrm>
            <a:off x="457200" y="514617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Objective</a:t>
            </a:r>
          </a:p>
          <a:p>
            <a:r>
              <a:rPr lang="en-US" dirty="0">
                <a:solidFill>
                  <a:schemeClr val="bg1"/>
                </a:solidFill>
              </a:rPr>
              <a:t>The main objective of this project is to analyze customer sales and digital marketing performance using SQL queries and advanced analytics techniques.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891" y="1626275"/>
            <a:ext cx="251183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This project helps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Tracking product sales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Monitoring customer purchase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Analyzing campaign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Identifying high revenue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Improving business decision-making using data analytics</a:t>
            </a: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96230" y="1626275"/>
            <a:ext cx="19699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Technologies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PostgreSQL </a:t>
            </a:r>
            <a:r>
              <a:rPr lang="en-US" sz="1400" dirty="0">
                <a:solidFill>
                  <a:schemeClr val="bg1"/>
                </a:solidFill>
              </a:rPr>
              <a:t>18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SQL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Window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Materialized 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Indexing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Aggregation Functions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76252" y="1626275"/>
            <a:ext cx="23837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Dataset Includes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Product Name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Country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Campaign Source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Click Through Rate (CTR)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Conversion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to Cart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Abandoned Cart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Total Purchases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885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71120" y="17614"/>
            <a:ext cx="38051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dirty="0">
                <a:solidFill>
                  <a:schemeClr val="bg1"/>
                </a:solidFill>
              </a:rPr>
              <a:t>SQL Concepts Implemented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27374209"/>
              </p:ext>
            </p:extLst>
          </p:nvPr>
        </p:nvGraphicFramePr>
        <p:xfrm>
          <a:off x="589144" y="606903"/>
          <a:ext cx="789820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9030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10389" y="17614"/>
            <a:ext cx="494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Project Outcome &amp; Conclusion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258328796"/>
              </p:ext>
            </p:extLst>
          </p:nvPr>
        </p:nvGraphicFramePr>
        <p:xfrm>
          <a:off x="1134228" y="611974"/>
          <a:ext cx="6414302" cy="4313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997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B5EA7">
              <a:alpha val="12000"/>
            </a:srgbClr>
          </a:solidFill>
          <a:ln w="12700">
            <a:solidFill>
              <a:srgbClr val="7B5EA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E5A0">
              <a:alpha val="12000"/>
            </a:srgbClr>
          </a:solidFill>
          <a:ln w="12700">
            <a:solidFill>
              <a:srgbClr val="00E5A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2514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337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Final Project  •  Sales Analytics Dashboard  •  </a:t>
            </a:r>
            <a:r>
              <a:rPr lang="en-US" sz="1300" dirty="0" smtClean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931920"/>
            <a:ext cx="155448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4416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3931920"/>
            <a:ext cx="155448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6080" y="4416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931920"/>
            <a:ext cx="155448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₹57M+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4416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3931920"/>
            <a:ext cx="155448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762K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416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Tracked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930</Words>
  <Application>Microsoft Office PowerPoint</Application>
  <PresentationFormat>On-screen Show (16:9)</PresentationFormat>
  <Paragraphs>259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Bell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Project</dc:title>
  <dc:subject>PptxGenJS Presentation</dc:subject>
  <dc:creator>Internship Project</dc:creator>
  <cp:lastModifiedBy>Ekta Raghuwanshi</cp:lastModifiedBy>
  <cp:revision>10</cp:revision>
  <dcterms:created xsi:type="dcterms:W3CDTF">2026-05-26T19:29:01Z</dcterms:created>
  <dcterms:modified xsi:type="dcterms:W3CDTF">2026-05-26T21:02:52Z</dcterms:modified>
</cp:coreProperties>
</file>